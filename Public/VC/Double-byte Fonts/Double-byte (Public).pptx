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lad. B." userId="7d8b44abef05904b" providerId="LiveId" clId="{AD6A0B4B-2795-4DA5-8E72-D8F5EE4F01D8}"/>
    <pc:docChg chg="undo custSel modSld">
      <pc:chgData name="Vlad. B." userId="7d8b44abef05904b" providerId="LiveId" clId="{AD6A0B4B-2795-4DA5-8E72-D8F5EE4F01D8}" dt="2022-07-02T12:50:03.079" v="7" actId="2711"/>
      <pc:docMkLst>
        <pc:docMk/>
      </pc:docMkLst>
      <pc:sldChg chg="modSp mod">
        <pc:chgData name="Vlad. B." userId="7d8b44abef05904b" providerId="LiveId" clId="{AD6A0B4B-2795-4DA5-8E72-D8F5EE4F01D8}" dt="2022-07-02T12:50:03.079" v="7" actId="2711"/>
        <pc:sldMkLst>
          <pc:docMk/>
          <pc:sldMk cId="3279778057" sldId="256"/>
        </pc:sldMkLst>
        <pc:spChg chg="mod">
          <ac:chgData name="Vlad. B." userId="7d8b44abef05904b" providerId="LiveId" clId="{AD6A0B4B-2795-4DA5-8E72-D8F5EE4F01D8}" dt="2022-07-02T12:50:03.079" v="7" actId="2711"/>
          <ac:spMkLst>
            <pc:docMk/>
            <pc:sldMk cId="3279778057" sldId="256"/>
            <ac:spMk id="2" creationId="{82FB247F-8BA5-8E37-A2AE-392618095F7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DF2B7-FB8F-6FE0-CD0A-662C7E6DB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5662D5-FA0E-7AD5-8DD1-3D3235C7D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1C7B7-480A-30B2-E845-AFAA86967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C634-652A-44D6-B3BF-2B2DC2CADEB2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9E558-1F14-4218-611C-3AB440415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228E7-8837-830D-6450-AD023F630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4F6AB-7110-40D1-9C3A-267986625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8852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4DB2B-758D-F2D9-205B-09981679F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7BB37-8FC2-9C38-46F3-48139F379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1C7E1-4D6B-3222-8F3C-96290D3D1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C634-652A-44D6-B3BF-2B2DC2CADEB2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AFB01-C41A-86BC-6E93-F9137C8A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24343-E172-9BD8-A102-DA74DC802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4F6AB-7110-40D1-9C3A-267986625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7290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669B-FEB5-E293-3F47-B599C57D5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368DC-C407-8027-E12F-BCFAB781E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F2B98-0B76-EA52-3F11-4D0AA87B0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C634-652A-44D6-B3BF-2B2DC2CADEB2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B20E6-C9BD-0806-CFBB-60EBBB393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E3A2-6633-D55D-77EE-E0B31568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4F6AB-7110-40D1-9C3A-267986625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431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A7749-FF00-AD02-C3C5-3E8898AE2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03107-C230-2943-9F19-073016460E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FA9F7-C045-1355-B59B-B139412A6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A2EB8-B0D6-0A9E-487C-853B1D67F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C634-652A-44D6-B3BF-2B2DC2CADEB2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9C8ED-FBE8-60FA-A1B8-016709AC6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EF63F-2BBE-EC40-02F5-5AE11EC02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4F6AB-7110-40D1-9C3A-267986625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0227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B0C78-0EE2-7F82-766B-C06883DE2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9F312-2885-988B-453A-E6072BADA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1A5ECA-1A9C-C030-6324-D0BD1F72D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298CCC-7E1D-F7EB-AADD-ADFC4A5E36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505838-574D-4375-028F-F30542D33E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7098CC-0F10-5768-35ED-59FB01EE5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C634-652A-44D6-B3BF-2B2DC2CADEB2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02437E-F17B-13FB-4DE5-8D1487EE5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E2C0E-292F-B5E2-8D9F-2F87C6C46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4F6AB-7110-40D1-9C3A-267986625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161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CD3EB-9D2B-3A61-6B67-C94A8250D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85A6F0-6311-84CD-C07F-D5C1DEDCF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C634-652A-44D6-B3BF-2B2DC2CADEB2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0499C8-6EF8-6708-1F42-94AA781F5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080C2B-6DE6-8686-D962-AE64E2AFC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4F6AB-7110-40D1-9C3A-267986625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8767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B706E1-D7AA-6E1A-67DA-64F2BEA7F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C634-652A-44D6-B3BF-2B2DC2CADEB2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B70C8B-48EB-CEB8-D8DE-62AC5B5BB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3EC61-6AA3-3A97-B8FB-BF8939054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4F6AB-7110-40D1-9C3A-267986625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075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13D21-692C-147D-32CB-106C9112A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41A5C-753F-A303-53C0-9969A708C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6037F-CB97-96FB-3F5F-ACE7D2481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974EB-A8D1-E487-0DB6-B71C769CD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C634-652A-44D6-B3BF-2B2DC2CADEB2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C178-56A3-0917-0ACA-F0F2E8FDC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338B5-A118-C5D3-3A03-0BBD80BD4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4F6AB-7110-40D1-9C3A-267986625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1959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5731C-BD15-18BD-58D4-E03CC0F77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5ECBC9-8C9F-B047-6866-7DFD4D7BFB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039AA3-1D0A-A9B8-57C3-E7CD5032E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3A52B-42B0-7520-6318-CBDD6FF22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C634-652A-44D6-B3BF-2B2DC2CADEB2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4BD59-B21B-4C25-2BA1-FDB6BB588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35102-9F43-0592-30D8-31B3C62ED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4F6AB-7110-40D1-9C3A-267986625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7649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AAFE1-2FA2-A43B-AA77-11AFCF3BB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6F417-925F-C371-E72E-E31AD70E3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2A7B9-08EE-DDA2-44D6-9075140EF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C634-652A-44D6-B3BF-2B2DC2CADEB2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E257F-F183-3A86-EB60-1AFD8154C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1A54C-CADD-0496-57D2-55BE70A56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4F6AB-7110-40D1-9C3A-267986625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187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28F8C5-5750-7E18-63B6-8113F9C75C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F9CEF9-EDF8-1CCC-7E47-2E2965B45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F7D4E-5B2B-F3EE-0776-6212D5D05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C634-652A-44D6-B3BF-2B2DC2CADEB2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EB803-C151-85E2-A276-49E617244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56F03-D5F3-B635-73D6-E7AEF9D4A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4F6AB-7110-40D1-9C3A-267986625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999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7CFFF-E977-141C-4386-53FB0AE29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13325-780D-D329-100B-408372A53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93675-BC82-EE5F-4DE7-76899FE8B2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73C634-652A-44D6-B3BF-2B2DC2CADEB2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B8C90-20A3-7245-655C-C85512AAC2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B21DD-A6DC-4247-DFC6-033354A18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4F6AB-7110-40D1-9C3A-267986625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13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B247F-8BA5-8E37-A2AE-392618095F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SimHei" panose="020B0503020204020204" pitchFamily="49" charset="-122"/>
                <a:ea typeface="SimHei" panose="020B0503020204020204" pitchFamily="49" charset="-122"/>
              </a:rPr>
              <a:t>SimHei</a:t>
            </a:r>
            <a:endParaRPr lang="ru-RU" dirty="0">
              <a:latin typeface="SimHei" panose="020B0503020204020204" pitchFamily="49" charset="-122"/>
              <a:ea typeface="SimHei" panose="020B0503020204020204" pitchFamily="49" charset="-122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6854FA-D1CF-AEAC-4CF8-A76BF019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9778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SimHei</vt:lpstr>
      <vt:lpstr>Arial</vt:lpstr>
      <vt:lpstr>Calibri</vt:lpstr>
      <vt:lpstr>Calibri Light</vt:lpstr>
      <vt:lpstr>Office Theme</vt:lpstr>
      <vt:lpstr>SimHei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Vlad. B.</dc:creator>
  <cp:lastModifiedBy>Vlad. B.</cp:lastModifiedBy>
  <cp:revision>1</cp:revision>
  <dcterms:created xsi:type="dcterms:W3CDTF">2022-07-02T12:49:51Z</dcterms:created>
  <dcterms:modified xsi:type="dcterms:W3CDTF">2022-07-02T12:50:03Z</dcterms:modified>
</cp:coreProperties>
</file>