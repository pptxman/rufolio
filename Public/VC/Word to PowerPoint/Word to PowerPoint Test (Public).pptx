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FE1CD0-5392-4BE1-A614-9CC0544523FD}" v="1" dt="2021-03-31T07:07:36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4" d="100"/>
          <a:sy n="94" d="100"/>
        </p:scale>
        <p:origin x="6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imir B." userId="7d8b44abef05904b" providerId="Windows Live" clId="Web-{83FE1CD0-5392-4BE1-A614-9CC0544523FD}"/>
    <pc:docChg chg="modSld">
      <pc:chgData name="Vladimir B." userId="7d8b44abef05904b" providerId="Windows Live" clId="Web-{83FE1CD0-5392-4BE1-A614-9CC0544523FD}" dt="2021-03-31T07:07:41.946" v="4"/>
      <pc:docMkLst>
        <pc:docMk/>
      </pc:docMkLst>
      <pc:sldChg chg="addSp delSp modSp">
        <pc:chgData name="Vladimir B." userId="7d8b44abef05904b" providerId="Windows Live" clId="Web-{83FE1CD0-5392-4BE1-A614-9CC0544523FD}" dt="2021-03-31T07:07:41.946" v="4"/>
        <pc:sldMkLst>
          <pc:docMk/>
          <pc:sldMk cId="1811569669" sldId="262"/>
        </pc:sldMkLst>
        <pc:spChg chg="mod">
          <ac:chgData name="Vladimir B." userId="7d8b44abef05904b" providerId="Windows Live" clId="Web-{83FE1CD0-5392-4BE1-A614-9CC0544523FD}" dt="2021-03-31T07:07:41.946" v="4"/>
          <ac:spMkLst>
            <pc:docMk/>
            <pc:sldMk cId="1811569669" sldId="262"/>
            <ac:spMk id="2" creationId="{00000000-0000-0000-0000-000000000000}"/>
          </ac:spMkLst>
        </pc:spChg>
        <pc:spChg chg="add del">
          <ac:chgData name="Vladimir B." userId="7d8b44abef05904b" providerId="Windows Live" clId="Web-{83FE1CD0-5392-4BE1-A614-9CC0544523FD}" dt="2021-03-31T07:07:41.946" v="4"/>
          <ac:spMkLst>
            <pc:docMk/>
            <pc:sldMk cId="1811569669" sldId="262"/>
            <ac:spMk id="10" creationId="{98DED6BC-9A3E-48D4-AD7C-A56D63F547E8}"/>
          </ac:spMkLst>
        </pc:spChg>
        <pc:spChg chg="add del">
          <ac:chgData name="Vladimir B." userId="7d8b44abef05904b" providerId="Windows Live" clId="Web-{83FE1CD0-5392-4BE1-A614-9CC0544523FD}" dt="2021-03-31T07:07:41.946" v="4"/>
          <ac:spMkLst>
            <pc:docMk/>
            <pc:sldMk cId="1811569669" sldId="262"/>
            <ac:spMk id="12" creationId="{6B6E033A-DB2E-49B8-B600-B38E0C280263}"/>
          </ac:spMkLst>
        </pc:spChg>
        <pc:spChg chg="add del">
          <ac:chgData name="Vladimir B." userId="7d8b44abef05904b" providerId="Windows Live" clId="Web-{83FE1CD0-5392-4BE1-A614-9CC0544523FD}" dt="2021-03-31T07:07:41.915" v="3"/>
          <ac:spMkLst>
            <pc:docMk/>
            <pc:sldMk cId="1811569669" sldId="262"/>
            <ac:spMk id="14" creationId="{5D11FD0E-2D27-4A5A-949D-222E61ECBCC3}"/>
          </ac:spMkLst>
        </pc:spChg>
        <pc:spChg chg="add del">
          <ac:chgData name="Vladimir B." userId="7d8b44abef05904b" providerId="Windows Live" clId="Web-{83FE1CD0-5392-4BE1-A614-9CC0544523FD}" dt="2021-03-31T07:07:41.915" v="3"/>
          <ac:spMkLst>
            <pc:docMk/>
            <pc:sldMk cId="1811569669" sldId="262"/>
            <ac:spMk id="15" creationId="{1BC8109F-B452-45EE-8BB3-65433C039601}"/>
          </ac:spMkLst>
        </pc:spChg>
        <pc:spChg chg="add">
          <ac:chgData name="Vladimir B." userId="7d8b44abef05904b" providerId="Windows Live" clId="Web-{83FE1CD0-5392-4BE1-A614-9CC0544523FD}" dt="2021-03-31T07:07:41.946" v="4"/>
          <ac:spMkLst>
            <pc:docMk/>
            <pc:sldMk cId="1811569669" sldId="262"/>
            <ac:spMk id="16" creationId="{388F20F8-60BF-42FE-A252-DFD5A74451CA}"/>
          </ac:spMkLst>
        </pc:spChg>
        <pc:spChg chg="add del">
          <ac:chgData name="Vladimir B." userId="7d8b44abef05904b" providerId="Windows Live" clId="Web-{83FE1CD0-5392-4BE1-A614-9CC0544523FD}" dt="2021-03-31T07:07:39.165" v="1"/>
          <ac:spMkLst>
            <pc:docMk/>
            <pc:sldMk cId="1811569669" sldId="262"/>
            <ac:spMk id="17" creationId="{98DED6BC-9A3E-48D4-AD7C-A56D63F547E8}"/>
          </ac:spMkLst>
        </pc:spChg>
        <pc:spChg chg="add">
          <ac:chgData name="Vladimir B." userId="7d8b44abef05904b" providerId="Windows Live" clId="Web-{83FE1CD0-5392-4BE1-A614-9CC0544523FD}" dt="2021-03-31T07:07:41.946" v="4"/>
          <ac:spMkLst>
            <pc:docMk/>
            <pc:sldMk cId="1811569669" sldId="262"/>
            <ac:spMk id="18" creationId="{98A68847-134F-4AF1-B1C6-332344C9C90D}"/>
          </ac:spMkLst>
        </pc:spChg>
        <pc:spChg chg="add del">
          <ac:chgData name="Vladimir B." userId="7d8b44abef05904b" providerId="Windows Live" clId="Web-{83FE1CD0-5392-4BE1-A614-9CC0544523FD}" dt="2021-03-31T07:07:39.165" v="1"/>
          <ac:spMkLst>
            <pc:docMk/>
            <pc:sldMk cId="1811569669" sldId="262"/>
            <ac:spMk id="19" creationId="{6B6E033A-DB2E-49B8-B600-B38E0C280263}"/>
          </ac:spMkLst>
        </pc:spChg>
        <pc:graphicFrameChg chg="mod modGraphic">
          <ac:chgData name="Vladimir B." userId="7d8b44abef05904b" providerId="Windows Live" clId="Web-{83FE1CD0-5392-4BE1-A614-9CC0544523FD}" dt="2021-03-31T07:07:41.946" v="4"/>
          <ac:graphicFrameMkLst>
            <pc:docMk/>
            <pc:sldMk cId="1811569669" sldId="262"/>
            <ac:graphicFrameMk id="6" creationId="{060E4675-36ED-48D6-AA42-8C33D7CB52B8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235B83-2B80-4B1B-89E8-67B4C4EBA8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DC41F8F-A581-4366-AAF3-625919A5BC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are very excited about this new experience in Microsoft Word and PowerPoint and we hope you will love it too</a:t>
          </a:r>
        </a:p>
      </dgm:t>
    </dgm:pt>
    <dgm:pt modelId="{7787B0C5-9ADF-49A9-A4E6-1267B0D52007}" type="parTrans" cxnId="{5ADB93E3-D1C9-4AC6-A1AB-72C9D71FC689}">
      <dgm:prSet/>
      <dgm:spPr/>
      <dgm:t>
        <a:bodyPr/>
        <a:lstStyle/>
        <a:p>
          <a:endParaRPr lang="en-US"/>
        </a:p>
      </dgm:t>
    </dgm:pt>
    <dgm:pt modelId="{0FE6BFB8-002E-489E-944D-A94B3F84B715}" type="sibTrans" cxnId="{5ADB93E3-D1C9-4AC6-A1AB-72C9D71FC689}">
      <dgm:prSet/>
      <dgm:spPr/>
      <dgm:t>
        <a:bodyPr/>
        <a:lstStyle/>
        <a:p>
          <a:endParaRPr lang="en-US"/>
        </a:p>
      </dgm:t>
    </dgm:pt>
    <dgm:pt modelId="{BB0C146C-40CD-4EEA-A0F2-C7D6ADEE22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further assistance with this feature, please visit our support page</a:t>
          </a:r>
        </a:p>
      </dgm:t>
    </dgm:pt>
    <dgm:pt modelId="{F46F81F5-2DC7-4359-920B-5EEBFC963271}" type="parTrans" cxnId="{592FC53B-151C-4DE3-AA03-A7F9448ABD81}">
      <dgm:prSet/>
      <dgm:spPr/>
      <dgm:t>
        <a:bodyPr/>
        <a:lstStyle/>
        <a:p>
          <a:endParaRPr lang="en-US"/>
        </a:p>
      </dgm:t>
    </dgm:pt>
    <dgm:pt modelId="{E85D8D99-66E6-4CEE-8227-44145F6D6BCD}" type="sibTrans" cxnId="{592FC53B-151C-4DE3-AA03-A7F9448ABD81}">
      <dgm:prSet/>
      <dgm:spPr/>
      <dgm:t>
        <a:bodyPr/>
        <a:lstStyle/>
        <a:p>
          <a:endParaRPr lang="en-US"/>
        </a:p>
      </dgm:t>
    </dgm:pt>
    <dgm:pt modelId="{5959DE1E-CA85-4F4A-B858-EBCFA49919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Want to share your feedback?</a:t>
          </a:r>
        </a:p>
      </dgm:t>
    </dgm:pt>
    <dgm:pt modelId="{22CFB885-9065-4C1A-86FD-5C17185E92C4}" type="parTrans" cxnId="{57FB36E1-4A1F-4421-98CE-B8CA21323FDC}">
      <dgm:prSet/>
      <dgm:spPr/>
      <dgm:t>
        <a:bodyPr/>
        <a:lstStyle/>
        <a:p>
          <a:endParaRPr lang="en-US"/>
        </a:p>
      </dgm:t>
    </dgm:pt>
    <dgm:pt modelId="{95D0EE47-BFC1-46D5-9FA7-8D653C987EE0}" type="sibTrans" cxnId="{57FB36E1-4A1F-4421-98CE-B8CA21323FDC}">
      <dgm:prSet/>
      <dgm:spPr/>
      <dgm:t>
        <a:bodyPr/>
        <a:lstStyle/>
        <a:p>
          <a:endParaRPr lang="en-US"/>
        </a:p>
      </dgm:t>
    </dgm:pt>
    <dgm:pt modelId="{D63AE715-BE37-441D-954D-2A7868CC0BDD}" type="pres">
      <dgm:prSet presAssocID="{FD235B83-2B80-4B1B-89E8-67B4C4EBA815}" presName="root" presStyleCnt="0">
        <dgm:presLayoutVars>
          <dgm:dir/>
          <dgm:resizeHandles val="exact"/>
        </dgm:presLayoutVars>
      </dgm:prSet>
      <dgm:spPr/>
    </dgm:pt>
    <dgm:pt modelId="{D810F705-76A5-4CA4-A640-5EA7FE164506}" type="pres">
      <dgm:prSet presAssocID="{ADC41F8F-A581-4366-AAF3-625919A5BC34}" presName="compNode" presStyleCnt="0"/>
      <dgm:spPr/>
    </dgm:pt>
    <dgm:pt modelId="{A42A7B7B-5B7D-47E5-BCF4-54B22874EBA8}" type="pres">
      <dgm:prSet presAssocID="{ADC41F8F-A581-4366-AAF3-625919A5BC34}" presName="bgRect" presStyleLbl="bgShp" presStyleIdx="0" presStyleCnt="3"/>
      <dgm:spPr/>
    </dgm:pt>
    <dgm:pt modelId="{89F4A378-228A-4197-8301-27A4EF3222BF}" type="pres">
      <dgm:prSet presAssocID="{ADC41F8F-A581-4366-AAF3-625919A5BC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975E547D-985E-461B-B0EF-0EFF589C8B73}" type="pres">
      <dgm:prSet presAssocID="{ADC41F8F-A581-4366-AAF3-625919A5BC34}" presName="spaceRect" presStyleCnt="0"/>
      <dgm:spPr/>
    </dgm:pt>
    <dgm:pt modelId="{2FA9A247-5056-4149-966F-A661D36F6FEB}" type="pres">
      <dgm:prSet presAssocID="{ADC41F8F-A581-4366-AAF3-625919A5BC34}" presName="parTx" presStyleLbl="revTx" presStyleIdx="0" presStyleCnt="3">
        <dgm:presLayoutVars>
          <dgm:chMax val="0"/>
          <dgm:chPref val="0"/>
        </dgm:presLayoutVars>
      </dgm:prSet>
      <dgm:spPr/>
    </dgm:pt>
    <dgm:pt modelId="{AE9E415C-D9CC-453F-966D-D59B91B2534F}" type="pres">
      <dgm:prSet presAssocID="{0FE6BFB8-002E-489E-944D-A94B3F84B715}" presName="sibTrans" presStyleCnt="0"/>
      <dgm:spPr/>
    </dgm:pt>
    <dgm:pt modelId="{BAEA433E-F7F6-4C94-80B5-F4C22F36EDBC}" type="pres">
      <dgm:prSet presAssocID="{BB0C146C-40CD-4EEA-A0F2-C7D6ADEE229D}" presName="compNode" presStyleCnt="0"/>
      <dgm:spPr/>
    </dgm:pt>
    <dgm:pt modelId="{FC56FCFB-52C4-42E4-9395-087AA6B0E311}" type="pres">
      <dgm:prSet presAssocID="{BB0C146C-40CD-4EEA-A0F2-C7D6ADEE229D}" presName="bgRect" presStyleLbl="bgShp" presStyleIdx="1" presStyleCnt="3"/>
      <dgm:spPr/>
    </dgm:pt>
    <dgm:pt modelId="{A888CFEE-553A-4FF1-9D86-D3692A4EC3F3}" type="pres">
      <dgm:prSet presAssocID="{BB0C146C-40CD-4EEA-A0F2-C7D6ADEE22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2A53042B-137D-4CCF-B27A-0D153CC1D5F8}" type="pres">
      <dgm:prSet presAssocID="{BB0C146C-40CD-4EEA-A0F2-C7D6ADEE229D}" presName="spaceRect" presStyleCnt="0"/>
      <dgm:spPr/>
    </dgm:pt>
    <dgm:pt modelId="{79FC30FA-BDB6-48B8-9D1E-115EFA62C854}" type="pres">
      <dgm:prSet presAssocID="{BB0C146C-40CD-4EEA-A0F2-C7D6ADEE229D}" presName="parTx" presStyleLbl="revTx" presStyleIdx="1" presStyleCnt="3">
        <dgm:presLayoutVars>
          <dgm:chMax val="0"/>
          <dgm:chPref val="0"/>
        </dgm:presLayoutVars>
      </dgm:prSet>
      <dgm:spPr/>
    </dgm:pt>
    <dgm:pt modelId="{56F44396-7F27-47D0-B397-91326CD243DE}" type="pres">
      <dgm:prSet presAssocID="{E85D8D99-66E6-4CEE-8227-44145F6D6BCD}" presName="sibTrans" presStyleCnt="0"/>
      <dgm:spPr/>
    </dgm:pt>
    <dgm:pt modelId="{0C208C36-9B31-4EBD-A093-DCAEB59264CB}" type="pres">
      <dgm:prSet presAssocID="{5959DE1E-CA85-4F4A-B858-EBCFA4991984}" presName="compNode" presStyleCnt="0"/>
      <dgm:spPr/>
    </dgm:pt>
    <dgm:pt modelId="{BA97DF5F-6583-4F83-AE24-09B79E669A4F}" type="pres">
      <dgm:prSet presAssocID="{5959DE1E-CA85-4F4A-B858-EBCFA4991984}" presName="bgRect" presStyleLbl="bgShp" presStyleIdx="2" presStyleCnt="3"/>
      <dgm:spPr/>
    </dgm:pt>
    <dgm:pt modelId="{EA1C1A40-BB61-4200-A7E0-2F991C11856C}" type="pres">
      <dgm:prSet presAssocID="{5959DE1E-CA85-4F4A-B858-EBCFA49919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4453CCC-61E2-4602-A0F1-60AD3BAEB6B0}" type="pres">
      <dgm:prSet presAssocID="{5959DE1E-CA85-4F4A-B858-EBCFA4991984}" presName="spaceRect" presStyleCnt="0"/>
      <dgm:spPr/>
    </dgm:pt>
    <dgm:pt modelId="{A3676916-FFE4-46CD-8079-F0D84AD2BCBA}" type="pres">
      <dgm:prSet presAssocID="{5959DE1E-CA85-4F4A-B858-EBCFA499198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3EFE41B-3D8C-4EF5-A1A1-03DB4F1C7E91}" type="presOf" srcId="{5959DE1E-CA85-4F4A-B858-EBCFA4991984}" destId="{A3676916-FFE4-46CD-8079-F0D84AD2BCBA}" srcOrd="0" destOrd="0" presId="urn:microsoft.com/office/officeart/2018/2/layout/IconVerticalSolidList"/>
    <dgm:cxn modelId="{B4EA0F24-0A72-44C8-A3A4-D82236F6945D}" type="presOf" srcId="{BB0C146C-40CD-4EEA-A0F2-C7D6ADEE229D}" destId="{79FC30FA-BDB6-48B8-9D1E-115EFA62C854}" srcOrd="0" destOrd="0" presId="urn:microsoft.com/office/officeart/2018/2/layout/IconVerticalSolidList"/>
    <dgm:cxn modelId="{592FC53B-151C-4DE3-AA03-A7F9448ABD81}" srcId="{FD235B83-2B80-4B1B-89E8-67B4C4EBA815}" destId="{BB0C146C-40CD-4EEA-A0F2-C7D6ADEE229D}" srcOrd="1" destOrd="0" parTransId="{F46F81F5-2DC7-4359-920B-5EEBFC963271}" sibTransId="{E85D8D99-66E6-4CEE-8227-44145F6D6BCD}"/>
    <dgm:cxn modelId="{CB2F98B8-4627-40EA-98CB-9674CD506B51}" type="presOf" srcId="{ADC41F8F-A581-4366-AAF3-625919A5BC34}" destId="{2FA9A247-5056-4149-966F-A661D36F6FEB}" srcOrd="0" destOrd="0" presId="urn:microsoft.com/office/officeart/2018/2/layout/IconVerticalSolidList"/>
    <dgm:cxn modelId="{57FB36E1-4A1F-4421-98CE-B8CA21323FDC}" srcId="{FD235B83-2B80-4B1B-89E8-67B4C4EBA815}" destId="{5959DE1E-CA85-4F4A-B858-EBCFA4991984}" srcOrd="2" destOrd="0" parTransId="{22CFB885-9065-4C1A-86FD-5C17185E92C4}" sibTransId="{95D0EE47-BFC1-46D5-9FA7-8D653C987EE0}"/>
    <dgm:cxn modelId="{5ADB93E3-D1C9-4AC6-A1AB-72C9D71FC689}" srcId="{FD235B83-2B80-4B1B-89E8-67B4C4EBA815}" destId="{ADC41F8F-A581-4366-AAF3-625919A5BC34}" srcOrd="0" destOrd="0" parTransId="{7787B0C5-9ADF-49A9-A4E6-1267B0D52007}" sibTransId="{0FE6BFB8-002E-489E-944D-A94B3F84B715}"/>
    <dgm:cxn modelId="{493077F6-2D8E-41F0-8539-5B36A3B6EC90}" type="presOf" srcId="{FD235B83-2B80-4B1B-89E8-67B4C4EBA815}" destId="{D63AE715-BE37-441D-954D-2A7868CC0BDD}" srcOrd="0" destOrd="0" presId="urn:microsoft.com/office/officeart/2018/2/layout/IconVerticalSolidList"/>
    <dgm:cxn modelId="{B83E1B35-5E2A-456A-A7B6-20F6CD785E5E}" type="presParOf" srcId="{D63AE715-BE37-441D-954D-2A7868CC0BDD}" destId="{D810F705-76A5-4CA4-A640-5EA7FE164506}" srcOrd="0" destOrd="0" presId="urn:microsoft.com/office/officeart/2018/2/layout/IconVerticalSolidList"/>
    <dgm:cxn modelId="{8F22365E-F9A8-4E85-B36D-62771B827C9E}" type="presParOf" srcId="{D810F705-76A5-4CA4-A640-5EA7FE164506}" destId="{A42A7B7B-5B7D-47E5-BCF4-54B22874EBA8}" srcOrd="0" destOrd="0" presId="urn:microsoft.com/office/officeart/2018/2/layout/IconVerticalSolidList"/>
    <dgm:cxn modelId="{97F525A6-245F-42D9-8A16-D817B46169AB}" type="presParOf" srcId="{D810F705-76A5-4CA4-A640-5EA7FE164506}" destId="{89F4A378-228A-4197-8301-27A4EF3222BF}" srcOrd="1" destOrd="0" presId="urn:microsoft.com/office/officeart/2018/2/layout/IconVerticalSolidList"/>
    <dgm:cxn modelId="{4021F602-FDDA-4883-BD3A-41F1F9A29A1E}" type="presParOf" srcId="{D810F705-76A5-4CA4-A640-5EA7FE164506}" destId="{975E547D-985E-461B-B0EF-0EFF589C8B73}" srcOrd="2" destOrd="0" presId="urn:microsoft.com/office/officeart/2018/2/layout/IconVerticalSolidList"/>
    <dgm:cxn modelId="{839D5D9F-D3D6-4097-BEE1-FDE2B8B4A925}" type="presParOf" srcId="{D810F705-76A5-4CA4-A640-5EA7FE164506}" destId="{2FA9A247-5056-4149-966F-A661D36F6FEB}" srcOrd="3" destOrd="0" presId="urn:microsoft.com/office/officeart/2018/2/layout/IconVerticalSolidList"/>
    <dgm:cxn modelId="{09761B3D-E933-4F49-949C-A7F5C389A6BB}" type="presParOf" srcId="{D63AE715-BE37-441D-954D-2A7868CC0BDD}" destId="{AE9E415C-D9CC-453F-966D-D59B91B2534F}" srcOrd="1" destOrd="0" presId="urn:microsoft.com/office/officeart/2018/2/layout/IconVerticalSolidList"/>
    <dgm:cxn modelId="{3446ACF6-0C6C-4FA2-A0FB-598A5BCE2E2C}" type="presParOf" srcId="{D63AE715-BE37-441D-954D-2A7868CC0BDD}" destId="{BAEA433E-F7F6-4C94-80B5-F4C22F36EDBC}" srcOrd="2" destOrd="0" presId="urn:microsoft.com/office/officeart/2018/2/layout/IconVerticalSolidList"/>
    <dgm:cxn modelId="{5C27876D-1F56-4B46-AEBB-93FEE084F410}" type="presParOf" srcId="{BAEA433E-F7F6-4C94-80B5-F4C22F36EDBC}" destId="{FC56FCFB-52C4-42E4-9395-087AA6B0E311}" srcOrd="0" destOrd="0" presId="urn:microsoft.com/office/officeart/2018/2/layout/IconVerticalSolidList"/>
    <dgm:cxn modelId="{8296C835-10EF-4663-A50A-295BE8C298F9}" type="presParOf" srcId="{BAEA433E-F7F6-4C94-80B5-F4C22F36EDBC}" destId="{A888CFEE-553A-4FF1-9D86-D3692A4EC3F3}" srcOrd="1" destOrd="0" presId="urn:microsoft.com/office/officeart/2018/2/layout/IconVerticalSolidList"/>
    <dgm:cxn modelId="{ACF92331-37D1-441C-BAF4-BA1241055845}" type="presParOf" srcId="{BAEA433E-F7F6-4C94-80B5-F4C22F36EDBC}" destId="{2A53042B-137D-4CCF-B27A-0D153CC1D5F8}" srcOrd="2" destOrd="0" presId="urn:microsoft.com/office/officeart/2018/2/layout/IconVerticalSolidList"/>
    <dgm:cxn modelId="{37DD1022-1A77-43EA-826C-C831449AE316}" type="presParOf" srcId="{BAEA433E-F7F6-4C94-80B5-F4C22F36EDBC}" destId="{79FC30FA-BDB6-48B8-9D1E-115EFA62C854}" srcOrd="3" destOrd="0" presId="urn:microsoft.com/office/officeart/2018/2/layout/IconVerticalSolidList"/>
    <dgm:cxn modelId="{97A19843-3470-4427-84AD-508A7E83537B}" type="presParOf" srcId="{D63AE715-BE37-441D-954D-2A7868CC0BDD}" destId="{56F44396-7F27-47D0-B397-91326CD243DE}" srcOrd="3" destOrd="0" presId="urn:microsoft.com/office/officeart/2018/2/layout/IconVerticalSolidList"/>
    <dgm:cxn modelId="{4099AB2C-B2ED-4542-AF82-925012579472}" type="presParOf" srcId="{D63AE715-BE37-441D-954D-2A7868CC0BDD}" destId="{0C208C36-9B31-4EBD-A093-DCAEB59264CB}" srcOrd="4" destOrd="0" presId="urn:microsoft.com/office/officeart/2018/2/layout/IconVerticalSolidList"/>
    <dgm:cxn modelId="{E7BA86FF-67EE-4D50-981C-E4AA2D60C2BD}" type="presParOf" srcId="{0C208C36-9B31-4EBD-A093-DCAEB59264CB}" destId="{BA97DF5F-6583-4F83-AE24-09B79E669A4F}" srcOrd="0" destOrd="0" presId="urn:microsoft.com/office/officeart/2018/2/layout/IconVerticalSolidList"/>
    <dgm:cxn modelId="{B3358C80-83CE-4B95-8DF4-5490EC5B42D2}" type="presParOf" srcId="{0C208C36-9B31-4EBD-A093-DCAEB59264CB}" destId="{EA1C1A40-BB61-4200-A7E0-2F991C11856C}" srcOrd="1" destOrd="0" presId="urn:microsoft.com/office/officeart/2018/2/layout/IconVerticalSolidList"/>
    <dgm:cxn modelId="{8058B634-8B58-42EE-8AAF-EA66A7A83D4B}" type="presParOf" srcId="{0C208C36-9B31-4EBD-A093-DCAEB59264CB}" destId="{94453CCC-61E2-4602-A0F1-60AD3BAEB6B0}" srcOrd="2" destOrd="0" presId="urn:microsoft.com/office/officeart/2018/2/layout/IconVerticalSolidList"/>
    <dgm:cxn modelId="{0B66FF24-043A-4134-8F45-1C8A52F11495}" type="presParOf" srcId="{0C208C36-9B31-4EBD-A093-DCAEB59264CB}" destId="{A3676916-FFE4-46CD-8079-F0D84AD2BC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A7B7B-5B7D-47E5-BCF4-54B22874EBA8}">
      <dsp:nvSpPr>
        <dsp:cNvPr id="0" name=""/>
        <dsp:cNvSpPr/>
      </dsp:nvSpPr>
      <dsp:spPr>
        <a:xfrm>
          <a:off x="0" y="507"/>
          <a:ext cx="10515600" cy="11885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4A378-228A-4197-8301-27A4EF3222BF}">
      <dsp:nvSpPr>
        <dsp:cNvPr id="0" name=""/>
        <dsp:cNvSpPr/>
      </dsp:nvSpPr>
      <dsp:spPr>
        <a:xfrm>
          <a:off x="359527" y="267924"/>
          <a:ext cx="653686" cy="653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9A247-5056-4149-966F-A661D36F6FEB}">
      <dsp:nvSpPr>
        <dsp:cNvPr id="0" name=""/>
        <dsp:cNvSpPr/>
      </dsp:nvSpPr>
      <dsp:spPr>
        <a:xfrm>
          <a:off x="1372740" y="507"/>
          <a:ext cx="9142859" cy="1188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5" tIns="125785" rIns="125785" bIns="12578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 are very excited about this new experience in Microsoft Word and PowerPoint and we hope you will love it too</a:t>
          </a:r>
        </a:p>
      </dsp:txBody>
      <dsp:txXfrm>
        <a:off x="1372740" y="507"/>
        <a:ext cx="9142859" cy="1188520"/>
      </dsp:txXfrm>
    </dsp:sp>
    <dsp:sp modelId="{FC56FCFB-52C4-42E4-9395-087AA6B0E311}">
      <dsp:nvSpPr>
        <dsp:cNvPr id="0" name=""/>
        <dsp:cNvSpPr/>
      </dsp:nvSpPr>
      <dsp:spPr>
        <a:xfrm>
          <a:off x="0" y="1486158"/>
          <a:ext cx="10515600" cy="118852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8CFEE-553A-4FF1-9D86-D3692A4EC3F3}">
      <dsp:nvSpPr>
        <dsp:cNvPr id="0" name=""/>
        <dsp:cNvSpPr/>
      </dsp:nvSpPr>
      <dsp:spPr>
        <a:xfrm>
          <a:off x="359527" y="1753575"/>
          <a:ext cx="653686" cy="653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C30FA-BDB6-48B8-9D1E-115EFA62C854}">
      <dsp:nvSpPr>
        <dsp:cNvPr id="0" name=""/>
        <dsp:cNvSpPr/>
      </dsp:nvSpPr>
      <dsp:spPr>
        <a:xfrm>
          <a:off x="1372740" y="1486158"/>
          <a:ext cx="9142859" cy="1188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5" tIns="125785" rIns="125785" bIns="12578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For further assistance with this feature, please visit our support page</a:t>
          </a:r>
        </a:p>
      </dsp:txBody>
      <dsp:txXfrm>
        <a:off x="1372740" y="1486158"/>
        <a:ext cx="9142859" cy="1188520"/>
      </dsp:txXfrm>
    </dsp:sp>
    <dsp:sp modelId="{BA97DF5F-6583-4F83-AE24-09B79E669A4F}">
      <dsp:nvSpPr>
        <dsp:cNvPr id="0" name=""/>
        <dsp:cNvSpPr/>
      </dsp:nvSpPr>
      <dsp:spPr>
        <a:xfrm>
          <a:off x="0" y="2971808"/>
          <a:ext cx="10515600" cy="11885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C1A40-BB61-4200-A7E0-2F991C11856C}">
      <dsp:nvSpPr>
        <dsp:cNvPr id="0" name=""/>
        <dsp:cNvSpPr/>
      </dsp:nvSpPr>
      <dsp:spPr>
        <a:xfrm>
          <a:off x="359527" y="3239225"/>
          <a:ext cx="653686" cy="653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76916-FFE4-46CD-8079-F0D84AD2BCBA}">
      <dsp:nvSpPr>
        <dsp:cNvPr id="0" name=""/>
        <dsp:cNvSpPr/>
      </dsp:nvSpPr>
      <dsp:spPr>
        <a:xfrm>
          <a:off x="1372740" y="2971808"/>
          <a:ext cx="9142859" cy="1188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5" tIns="125785" rIns="125785" bIns="12578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Want to share your feedback?</a:t>
          </a:r>
        </a:p>
      </dsp:txBody>
      <dsp:txXfrm>
        <a:off x="1372740" y="2971808"/>
        <a:ext cx="9142859" cy="1188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3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1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7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0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2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86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6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76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8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7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93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3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3/31/2021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80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CEB4D1-AA3F-4A8F-8207-6E71EC12C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A00BA-2E25-47C6-A65B-CA1B72FCAE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65" r="-2" b="105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530" y="1025355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7887695" y="2886438"/>
            <a:ext cx="3768917" cy="1606163"/>
          </a:xfrm>
        </p:spPr>
        <p:txBody>
          <a:bodyPr>
            <a:normAutofit/>
          </a:bodyPr>
          <a:lstStyle/>
          <a:p>
            <a:r>
              <a:rPr lang="en-US" sz="3400"/>
              <a:t>Word to PowerPoint Test</a:t>
            </a:r>
          </a:p>
        </p:txBody>
      </p:sp>
    </p:spTree>
    <p:extLst>
      <p:ext uri="{BB962C8B-B14F-4D97-AF65-F5344CB8AC3E}">
        <p14:creationId xmlns:p14="http://schemas.microsoft.com/office/powerpoint/2010/main" val="2782329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pPr lvl="0"/>
            <a:r>
              <a:rPr lang="en-US" sz="2000"/>
              <a:t>Export to PowerPoint presentation enables users to export their document to a professional looking PowerPoint presentation from Word for the Web!</a:t>
            </a:r>
          </a:p>
        </p:txBody>
      </p:sp>
      <p:pic>
        <p:nvPicPr>
          <p:cNvPr id="6" name="Picture 5" descr="Desk with stethoscope and computer keyboard">
            <a:extLst>
              <a:ext uri="{FF2B5EF4-FFF2-40B4-BE49-F238E27FC236}">
                <a16:creationId xmlns:a16="http://schemas.microsoft.com/office/drawing/2014/main" id="{8904B81F-A21E-47E4-8F25-B03DE27A3B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963" r="4" b="4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6907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E20309-1FB9-4818-BAFA-9C4C0534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rgbClr val="4F38E3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38200" y="713312"/>
            <a:ext cx="3524250" cy="5431376"/>
          </a:xfrm>
        </p:spPr>
        <p:txBody>
          <a:bodyPr>
            <a:normAutofit/>
          </a:bodyPr>
          <a:lstStyle/>
          <a:p>
            <a:r>
              <a:rPr lang="en-US" dirty="0"/>
              <a:t>How to use Export to PowerPoint presentation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Open any document you want to convert into a presentation in Word for the web</a:t>
            </a:r>
          </a:p>
          <a:p>
            <a:pPr lvl="0"/>
            <a:r>
              <a:rPr lang="en-US" sz="2000"/>
              <a:t>Click File &gt; Export &gt; Export to PowerPoint presentation</a:t>
            </a:r>
          </a:p>
          <a:p>
            <a:pPr lvl="0"/>
            <a:r>
              <a:rPr lang="en-US" sz="2000"/>
              <a:t>When prompted choose a design theme for your presentation</a:t>
            </a:r>
          </a:p>
          <a:p>
            <a:pPr lvl="0"/>
            <a:r>
              <a:rPr lang="en-US" sz="2000"/>
              <a:t>Click Open presentation to review the results in PowerPoint for the web</a:t>
            </a:r>
          </a:p>
          <a:p>
            <a:pPr lvl="0"/>
            <a:r>
              <a:rPr lang="en-US" sz="2000"/>
              <a:t>The presentation will be created and saved in the OneDrive root folder on the user's computer</a:t>
            </a:r>
          </a:p>
        </p:txBody>
      </p:sp>
    </p:spTree>
    <p:extLst>
      <p:ext uri="{BB962C8B-B14F-4D97-AF65-F5344CB8AC3E}">
        <p14:creationId xmlns:p14="http://schemas.microsoft.com/office/powerpoint/2010/main" val="403018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E20309-1FB9-4818-BAFA-9C4C0534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rgbClr val="4F38E3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38200" y="713312"/>
            <a:ext cx="3524250" cy="5431376"/>
          </a:xfrm>
        </p:spPr>
        <p:txBody>
          <a:bodyPr>
            <a:normAutofit/>
          </a:bodyPr>
          <a:lstStyle/>
          <a:p>
            <a:r>
              <a:rPr lang="en-US" dirty="0"/>
              <a:t>Tips &amp; Tricks</a:t>
            </a:r>
          </a:p>
        </p:txBody>
      </p:sp>
      <p:sp>
        <p:nvSpPr>
          <p:cNvPr id="3" name="Content Placeholder"/>
          <p:cNvSpPr>
            <a:spLocks noGrp="1"/>
          </p:cNvSpPr>
          <p:nvPr>
            <p:ph idx="1"/>
          </p:nvPr>
        </p:nvSpPr>
        <p:spPr>
          <a:xfrm>
            <a:off x="6095999" y="713313"/>
            <a:ext cx="5257801" cy="5431376"/>
          </a:xfrm>
        </p:spPr>
        <p:txBody>
          <a:bodyPr anchor="ctr">
            <a:normAutofit/>
          </a:bodyPr>
          <a:lstStyle/>
          <a:p>
            <a:pPr lvl="0"/>
            <a:r>
              <a:rPr lang="en-US" sz="2000"/>
              <a:t>This feature is currently only available in English</a:t>
            </a:r>
          </a:p>
          <a:p>
            <a:pPr lvl="0"/>
            <a:r>
              <a:rPr lang="en-US" sz="2000"/>
              <a:t>This feature is not available on the Internet Explorer and Safari browsers</a:t>
            </a:r>
          </a:p>
          <a:p>
            <a:pPr lvl="0"/>
            <a:r>
              <a:rPr lang="en-US" sz="2000"/>
              <a:t>This feature only supports text content; support for other media content is not currently available</a:t>
            </a:r>
          </a:p>
          <a:p>
            <a:pPr lvl="0"/>
            <a:r>
              <a:rPr lang="en-US" sz="2000"/>
              <a:t>You can add your own media to the presentation after you have exported your Word document to a PowerPoint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8184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6">
            <a:extLst>
              <a:ext uri="{FF2B5EF4-FFF2-40B4-BE49-F238E27FC236}">
                <a16:creationId xmlns:a16="http://schemas.microsoft.com/office/drawing/2014/main" id="{388F20F8-60BF-42FE-A252-DFD5A7445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8">
            <a:extLst>
              <a:ext uri="{FF2B5EF4-FFF2-40B4-BE49-F238E27FC236}">
                <a16:creationId xmlns:a16="http://schemas.microsoft.com/office/drawing/2014/main" id="{98A68847-134F-4AF1-B1C6-332344C9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rgbClr val="4F38E3">
              <a:alpha val="20000"/>
            </a:srgb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Get started!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060E4675-36ED-48D6-AA42-8C33D7CB52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02935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1569669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AnalogousFromDarkSeedLeftStep">
      <a:dk1>
        <a:srgbClr val="000000"/>
      </a:dk1>
      <a:lt1>
        <a:srgbClr val="FFFFFF"/>
      </a:lt1>
      <a:dk2>
        <a:srgbClr val="1B2F2D"/>
      </a:dk2>
      <a:lt2>
        <a:srgbClr val="F3F3F0"/>
      </a:lt2>
      <a:accent1>
        <a:srgbClr val="4F38E3"/>
      </a:accent1>
      <a:accent2>
        <a:srgbClr val="1C4FD0"/>
      </a:accent2>
      <a:accent3>
        <a:srgbClr val="2EACE2"/>
      </a:accent3>
      <a:accent4>
        <a:srgbClr val="1AC0AD"/>
      </a:accent4>
      <a:accent5>
        <a:srgbClr val="28C572"/>
      </a:accent5>
      <a:accent6>
        <a:srgbClr val="1BC624"/>
      </a:accent6>
      <a:hlink>
        <a:srgbClr val="349D77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BrushVTI</vt:lpstr>
      <vt:lpstr>Word to PowerPoint Test</vt:lpstr>
      <vt:lpstr>PowerPoint Presentation</vt:lpstr>
      <vt:lpstr>How to use Export to PowerPoint presentation</vt:lpstr>
      <vt:lpstr>Tips &amp; Tricks</vt:lpstr>
      <vt:lpstr>Get started!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-</dc:creator>
  <cp:lastModifiedBy>-</cp:lastModifiedBy>
  <cp:revision>4</cp:revision>
  <dcterms:created xsi:type="dcterms:W3CDTF">2021-03-31T07:07:10Z</dcterms:created>
  <dcterms:modified xsi:type="dcterms:W3CDTF">2021-03-31T07:07:42Z</dcterms:modified>
</cp:coreProperties>
</file>