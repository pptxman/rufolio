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087"/>
    <a:srgbClr val="FDFFAA"/>
    <a:srgbClr val="E0D196"/>
    <a:srgbClr val="FFF171"/>
    <a:srgbClr val="FF5C02"/>
    <a:srgbClr val="070F1C"/>
    <a:srgbClr val="FFE300"/>
    <a:srgbClr val="FFD583"/>
    <a:srgbClr val="BFF7FB"/>
    <a:srgbClr val="172F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E0C9A8-5C90-4376-B46B-9CB09B1C3746}" v="8" dt="2020-10-30T16:42:30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710"/>
  </p:normalViewPr>
  <p:slideViewPr>
    <p:cSldViewPr snapToGrid="0" snapToObjects="1">
      <p:cViewPr>
        <p:scale>
          <a:sx n="97" d="100"/>
          <a:sy n="97" d="100"/>
        </p:scale>
        <p:origin x="4336" y="2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Гость" providerId="Windows Live" clId="Web-{9FE0C9A8-5C90-4376-B46B-9CB09B1C3746}"/>
    <pc:docChg chg="modSld">
      <pc:chgData name="Гость" userId="" providerId="Windows Live" clId="Web-{9FE0C9A8-5C90-4376-B46B-9CB09B1C3746}" dt="2020-10-30T16:42:30.631" v="7"/>
      <pc:docMkLst>
        <pc:docMk/>
      </pc:docMkLst>
      <pc:sldChg chg="delSp modSp modTransition addAnim modAnim">
        <pc:chgData name="Гость" userId="" providerId="Windows Live" clId="Web-{9FE0C9A8-5C90-4376-B46B-9CB09B1C3746}" dt="2020-10-30T16:42:30.631" v="7"/>
        <pc:sldMkLst>
          <pc:docMk/>
          <pc:sldMk cId="380321966" sldId="262"/>
        </pc:sldMkLst>
        <pc:spChg chg="del mod">
          <ac:chgData name="Гость" userId="" providerId="Windows Live" clId="Web-{9FE0C9A8-5C90-4376-B46B-9CB09B1C3746}" dt="2020-10-30T16:41:29.286" v="1"/>
          <ac:spMkLst>
            <pc:docMk/>
            <pc:sldMk cId="380321966" sldId="262"/>
            <ac:spMk id="8" creationId="{7F2C8ADB-616B-5547-88ED-84822AD2E750}"/>
          </ac:spMkLst>
        </pc:spChg>
        <pc:spChg chg="del mod">
          <ac:chgData name="Гость" userId="" providerId="Windows Live" clId="Web-{9FE0C9A8-5C90-4376-B46B-9CB09B1C3746}" dt="2020-10-30T16:41:36.099" v="3"/>
          <ac:spMkLst>
            <pc:docMk/>
            <pc:sldMk cId="380321966" sldId="262"/>
            <ac:spMk id="51" creationId="{42E9B917-42A2-FB4E-9DAA-74176645344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00C1F-AEA5-5642-AF48-E8A00CB65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D4E26E-9EC2-9E4B-AC73-66BC1B905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88E1D-1AD2-B44F-A69A-0F706D56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0D148-7005-E841-8035-0CD89623DF5E}" type="datetimeFigureOut">
              <a:rPr lang="en-RU" smtClean="0"/>
              <a:t>10/30/2020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43525-7C55-BC40-942A-0FDFB6B7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DAF51-22E8-864A-86FD-594B536AF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2C22-1782-584F-A745-70B0E1F2C7B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8257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16D6-7320-C24C-8A74-90156B19E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5B3AD-0BDD-BE45-92B3-2AE9EBD5B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28650-5815-E44F-AF7D-B49F84ED3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0D148-7005-E841-8035-0CD89623DF5E}" type="datetimeFigureOut">
              <a:rPr lang="en-RU" smtClean="0"/>
              <a:t>10/30/2020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3162F-FED3-814D-8764-D4DFE8A9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C0BB6-E44D-1944-BD2B-EBDADC4A0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2C22-1782-584F-A745-70B0E1F2C7B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72875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33293-9E05-114B-AAD6-F3ABB8FD5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742CD-5D57-C242-8F25-30B3E85F1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698EE-5CC1-B04E-AC0C-B5CE99DBB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0D148-7005-E841-8035-0CD89623DF5E}" type="datetimeFigureOut">
              <a:rPr lang="en-RU" smtClean="0"/>
              <a:t>10/30/2020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DFABC-15F2-7245-AFA1-547AC3F3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23F9C-9F48-AE4A-95CB-326BA035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2C22-1782-584F-A745-70B0E1F2C7B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52303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94F9-1E67-3343-B16E-1D4A75CC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9EE72-1084-9244-9132-149E7DF5BD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B8EFC-072C-8A4B-91FA-65B44A336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89D4B-5EBC-7C4E-811B-685361083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0D148-7005-E841-8035-0CD89623DF5E}" type="datetimeFigureOut">
              <a:rPr lang="en-RU" smtClean="0"/>
              <a:t>10/30/2020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EE916-B716-114E-B885-55C1929F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31C5D-8FD4-AF40-8F1A-B277F689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2C22-1782-584F-A745-70B0E1F2C7B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04032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9142-AC4D-294A-B878-A2A667A2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B468C-D892-E141-B7B6-A8E2DCC36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6112D-92C0-1B4B-80AF-7B75C02E8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5D361-5D01-E048-87DE-25236E5FA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A2195-298F-4A43-B8E3-01A18EBCB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96C5D4-6E47-B149-8DCA-A8722C22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0D148-7005-E841-8035-0CD89623DF5E}" type="datetimeFigureOut">
              <a:rPr lang="en-RU" smtClean="0"/>
              <a:t>10/30/2020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3BD3EB-1FBE-DA44-AF85-0C101D1C7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D258C3-1E9A-9A47-B271-6DB059F9A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2C22-1782-584F-A745-70B0E1F2C7B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0927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21AED-A4EF-F345-8353-71F63D5E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1A02F-43A7-D44C-8D62-DFA742F8E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0D148-7005-E841-8035-0CD89623DF5E}" type="datetimeFigureOut">
              <a:rPr lang="en-RU" smtClean="0"/>
              <a:t>10/30/2020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5B428-2BE8-7640-A253-37073BC0C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DB02A-4052-624E-ADA8-073CD2A0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2C22-1782-584F-A745-70B0E1F2C7B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6098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FD6CA-A1D3-7D44-8D47-8C08EE513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0D148-7005-E841-8035-0CD89623DF5E}" type="datetimeFigureOut">
              <a:rPr lang="en-RU" smtClean="0"/>
              <a:t>10/30/2020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01FB80-5402-1B44-8DEE-8C4693F14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798B1-93D3-CC46-A18F-52CED5557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2C22-1782-584F-A745-70B0E1F2C7B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77257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DF58F-BBF0-D748-86EA-065FBB8D0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139B6-DDE4-634E-8F36-BCDFC70B4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80030-46EB-A749-825D-9CB93E552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495F6-D570-DF44-A764-6505B720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0D148-7005-E841-8035-0CD89623DF5E}" type="datetimeFigureOut">
              <a:rPr lang="en-RU" smtClean="0"/>
              <a:t>10/30/2020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31476-3726-874D-8EBB-E25294380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33888-3C41-9941-B9BF-3AB8CE3B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2C22-1782-584F-A745-70B0E1F2C7B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07906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B397-F1F5-4546-A316-423849D3D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8DBD6F-2FE4-0348-A1AF-FB99B2AB26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6F464-FC8F-2A4C-8E36-F81CBBC56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0EFC7-F251-0944-9416-FF27B3290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0D148-7005-E841-8035-0CD89623DF5E}" type="datetimeFigureOut">
              <a:rPr lang="en-RU" smtClean="0"/>
              <a:t>10/30/2020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52B9A-51D8-0D4D-BD1D-2E91A1F9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67B9A-98FD-E04D-9D6C-5015B492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2C22-1782-584F-A745-70B0E1F2C7B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69804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4747A-2239-0D45-9F23-E59DD606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28745-A24C-0445-989F-6E783ED28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34C94-30D5-EE4E-A780-D121FC537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0D148-7005-E841-8035-0CD89623DF5E}" type="datetimeFigureOut">
              <a:rPr lang="en-RU" smtClean="0"/>
              <a:t>10/30/2020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BD4CD-0BA7-264F-A4F3-F366DA6F6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55836-73C8-064B-8366-DC4F4D9A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2C22-1782-584F-A745-70B0E1F2C7B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2580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379090-68EF-0E4B-B0B2-CF41567D4A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3A264-0E78-2F40-B566-B0CAF87D1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23891-0750-D440-835D-695A17E68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0D148-7005-E841-8035-0CD89623DF5E}" type="datetimeFigureOut">
              <a:rPr lang="en-RU" smtClean="0"/>
              <a:t>10/30/2020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75723-AE29-4F42-AAE3-DB8EBFF2B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BC16B-1137-9141-B2F4-41C8A5AB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2C22-1782-584F-A745-70B0E1F2C7B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3601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9B6BD-6A63-1846-8C91-DBACD51E2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531E5-E723-924D-81EA-D4091D038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55A7A-443B-B543-9066-8EB2BD0C8A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0D148-7005-E841-8035-0CD89623DF5E}" type="datetimeFigureOut">
              <a:rPr lang="en-RU" smtClean="0"/>
              <a:t>10/30/2020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BAEF0-ECBE-5943-BB06-95E792404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64D15-BB06-B341-B965-3FAD445C3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52C22-1782-584F-A745-70B0E1F2C7B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32623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hidden="1">
            <a:extLst>
              <a:ext uri="{FF2B5EF4-FFF2-40B4-BE49-F238E27FC236}">
                <a16:creationId xmlns:a16="http://schemas.microsoft.com/office/drawing/2014/main" id="{3C08ED50-BAC4-894B-AEAF-15F4816AD9E6}"/>
              </a:ext>
            </a:extLst>
          </p:cNvPr>
          <p:cNvGrpSpPr/>
          <p:nvPr/>
        </p:nvGrpSpPr>
        <p:grpSpPr>
          <a:xfrm>
            <a:off x="4581002" y="5098963"/>
            <a:ext cx="3029997" cy="1101987"/>
            <a:chOff x="4581002" y="5098963"/>
            <a:chExt cx="3029997" cy="1101987"/>
          </a:xfrm>
        </p:grpSpPr>
        <p:sp>
          <p:nvSpPr>
            <p:cNvPr id="25" name="Join text">
              <a:extLst>
                <a:ext uri="{FF2B5EF4-FFF2-40B4-BE49-F238E27FC236}">
                  <a16:creationId xmlns:a16="http://schemas.microsoft.com/office/drawing/2014/main" id="{40C3DE60-6445-E142-9554-6967A5DCFACE}"/>
                </a:ext>
              </a:extLst>
            </p:cNvPr>
            <p:cNvSpPr txBox="1"/>
            <p:nvPr/>
          </p:nvSpPr>
          <p:spPr>
            <a:xfrm>
              <a:off x="4581002" y="5700813"/>
              <a:ext cx="3029997" cy="5001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RU" sz="1200" dirty="0">
                  <a:solidFill>
                    <a:srgbClr val="E0D196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Join @pptxmen in Telegram.</a:t>
              </a:r>
            </a:p>
            <a:p>
              <a:pPr algn="ctr">
                <a:spcBef>
                  <a:spcPts val="300"/>
                </a:spcBef>
              </a:pPr>
              <a:r>
                <a:rPr lang="en-RU" sz="1200" dirty="0">
                  <a:solidFill>
                    <a:srgbClr val="E0D196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most significant PowerPoint channel.</a:t>
              </a:r>
            </a:p>
          </p:txBody>
        </p:sp>
        <p:sp>
          <p:nvSpPr>
            <p:cNvPr id="26" name="Apple Event">
              <a:extLst>
                <a:ext uri="{FF2B5EF4-FFF2-40B4-BE49-F238E27FC236}">
                  <a16:creationId xmlns:a16="http://schemas.microsoft.com/office/drawing/2014/main" id="{52D61351-1B58-FA41-9060-F447CC67FC9D}"/>
                </a:ext>
              </a:extLst>
            </p:cNvPr>
            <p:cNvSpPr txBox="1"/>
            <p:nvPr/>
          </p:nvSpPr>
          <p:spPr>
            <a:xfrm>
              <a:off x="4905610" y="5098963"/>
              <a:ext cx="238078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RU" sz="3000" b="1" dirty="0">
                  <a:gradFill flip="none" rotWithShape="1">
                    <a:gsLst>
                      <a:gs pos="98000">
                        <a:srgbClr val="FF5C02"/>
                      </a:gs>
                      <a:gs pos="27000">
                        <a:srgbClr val="FFF087"/>
                      </a:gs>
                    </a:gsLst>
                    <a:lin ang="16200000" scaled="1"/>
                    <a:tileRect/>
                  </a:gra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Apple Event</a:t>
              </a:r>
            </a:p>
          </p:txBody>
        </p:sp>
      </p:grpSp>
      <p:sp>
        <p:nvSpPr>
          <p:cNvPr id="7" name="1">
            <a:extLst>
              <a:ext uri="{FF2B5EF4-FFF2-40B4-BE49-F238E27FC236}">
                <a16:creationId xmlns:a16="http://schemas.microsoft.com/office/drawing/2014/main" id="{AAFCBFD0-BECE-834C-8F1C-C56A96644750}"/>
              </a:ext>
            </a:extLst>
          </p:cNvPr>
          <p:cNvSpPr/>
          <p:nvPr/>
        </p:nvSpPr>
        <p:spPr>
          <a:xfrm>
            <a:off x="2394858" y="-1538355"/>
            <a:ext cx="7358744" cy="7358744"/>
          </a:xfrm>
          <a:prstGeom prst="ellipse">
            <a:avLst/>
          </a:prstGeom>
          <a:gradFill flip="none" rotWithShape="1">
            <a:gsLst>
              <a:gs pos="92000">
                <a:srgbClr val="173559"/>
              </a:gs>
              <a:gs pos="100000">
                <a:srgbClr val="214E81">
                  <a:alpha val="81961"/>
                </a:srgbClr>
              </a:gs>
              <a:gs pos="52000">
                <a:srgbClr val="070F1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7" name="2-1">
            <a:extLst>
              <a:ext uri="{FF2B5EF4-FFF2-40B4-BE49-F238E27FC236}">
                <a16:creationId xmlns:a16="http://schemas.microsoft.com/office/drawing/2014/main" id="{D27B8A95-5957-8747-BF11-CCB0A0F1FBED}"/>
              </a:ext>
            </a:extLst>
          </p:cNvPr>
          <p:cNvSpPr/>
          <p:nvPr/>
        </p:nvSpPr>
        <p:spPr>
          <a:xfrm>
            <a:off x="3559627" y="-291939"/>
            <a:ext cx="5040088" cy="5040088"/>
          </a:xfrm>
          <a:prstGeom prst="ellipse">
            <a:avLst/>
          </a:prstGeom>
          <a:gradFill flip="none" rotWithShape="1">
            <a:gsLst>
              <a:gs pos="100000">
                <a:srgbClr val="78E4FD"/>
              </a:gs>
              <a:gs pos="66000">
                <a:srgbClr val="070F1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1" name="2-2">
            <a:extLst>
              <a:ext uri="{FF2B5EF4-FFF2-40B4-BE49-F238E27FC236}">
                <a16:creationId xmlns:a16="http://schemas.microsoft.com/office/drawing/2014/main" id="{AE1F9BD1-8490-A94A-8C37-A4F7AD3B7892}"/>
              </a:ext>
            </a:extLst>
          </p:cNvPr>
          <p:cNvSpPr/>
          <p:nvPr/>
        </p:nvSpPr>
        <p:spPr>
          <a:xfrm>
            <a:off x="3559627" y="-291939"/>
            <a:ext cx="5040088" cy="5040088"/>
          </a:xfrm>
          <a:prstGeom prst="ellipse">
            <a:avLst/>
          </a:prstGeom>
          <a:gradFill flip="none" rotWithShape="1">
            <a:gsLst>
              <a:gs pos="100000">
                <a:srgbClr val="4363E9"/>
              </a:gs>
              <a:gs pos="62000">
                <a:srgbClr val="070F1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4" name="2-3-Shadow">
            <a:extLst>
              <a:ext uri="{FF2B5EF4-FFF2-40B4-BE49-F238E27FC236}">
                <a16:creationId xmlns:a16="http://schemas.microsoft.com/office/drawing/2014/main" id="{44B26E0E-B994-C240-9401-91104D357C92}"/>
              </a:ext>
            </a:extLst>
          </p:cNvPr>
          <p:cNvSpPr/>
          <p:nvPr/>
        </p:nvSpPr>
        <p:spPr>
          <a:xfrm rot="2288301">
            <a:off x="3559627" y="-291939"/>
            <a:ext cx="5040088" cy="5040088"/>
          </a:xfrm>
          <a:prstGeom prst="ellipse">
            <a:avLst/>
          </a:prstGeom>
          <a:gradFill flip="none" rotWithShape="1">
            <a:gsLst>
              <a:gs pos="100000">
                <a:srgbClr val="FF8B00"/>
              </a:gs>
              <a:gs pos="64000">
                <a:srgbClr val="070F1C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736600" dist="38100" dir="5400000" sx="107000" sy="107000" algn="t" rotWithShape="0">
              <a:srgbClr val="FF8824">
                <a:alpha val="83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8" name="2-4">
            <a:extLst>
              <a:ext uri="{FF2B5EF4-FFF2-40B4-BE49-F238E27FC236}">
                <a16:creationId xmlns:a16="http://schemas.microsoft.com/office/drawing/2014/main" id="{BB3D506B-DB1F-1446-AA28-D79051DC3F33}"/>
              </a:ext>
            </a:extLst>
          </p:cNvPr>
          <p:cNvSpPr/>
          <p:nvPr/>
        </p:nvSpPr>
        <p:spPr>
          <a:xfrm rot="1535101">
            <a:off x="3559627" y="-291939"/>
            <a:ext cx="5040088" cy="5040088"/>
          </a:xfrm>
          <a:prstGeom prst="ellipse">
            <a:avLst/>
          </a:prstGeom>
          <a:gradFill flip="none" rotWithShape="1">
            <a:gsLst>
              <a:gs pos="100000">
                <a:srgbClr val="FF7800"/>
              </a:gs>
              <a:gs pos="72000">
                <a:srgbClr val="070F1C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8" name="3-1">
            <a:extLst>
              <a:ext uri="{FF2B5EF4-FFF2-40B4-BE49-F238E27FC236}">
                <a16:creationId xmlns:a16="http://schemas.microsoft.com/office/drawing/2014/main" id="{6A3F8883-A843-D648-8F65-39AC4809FE55}"/>
              </a:ext>
            </a:extLst>
          </p:cNvPr>
          <p:cNvSpPr/>
          <p:nvPr/>
        </p:nvSpPr>
        <p:spPr>
          <a:xfrm>
            <a:off x="4321625" y="932702"/>
            <a:ext cx="3570517" cy="3570517"/>
          </a:xfrm>
          <a:prstGeom prst="ellipse">
            <a:avLst/>
          </a:prstGeom>
          <a:gradFill flip="none" rotWithShape="1">
            <a:gsLst>
              <a:gs pos="52000">
                <a:srgbClr val="070F1C"/>
              </a:gs>
              <a:gs pos="83000">
                <a:srgbClr val="172F5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431800" dist="38100" dir="16200000" rotWithShape="0">
              <a:srgbClr val="FDFFAA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3-2">
            <a:extLst>
              <a:ext uri="{FF2B5EF4-FFF2-40B4-BE49-F238E27FC236}">
                <a16:creationId xmlns:a16="http://schemas.microsoft.com/office/drawing/2014/main" id="{78D328FC-FB85-BE4C-B64B-2AD3082A5900}"/>
              </a:ext>
            </a:extLst>
          </p:cNvPr>
          <p:cNvSpPr/>
          <p:nvPr/>
        </p:nvSpPr>
        <p:spPr>
          <a:xfrm>
            <a:off x="4321625" y="932702"/>
            <a:ext cx="3570517" cy="3570517"/>
          </a:xfrm>
          <a:prstGeom prst="ellipse">
            <a:avLst/>
          </a:prstGeom>
          <a:gradFill flip="none" rotWithShape="1">
            <a:gsLst>
              <a:gs pos="52000">
                <a:srgbClr val="070F1C"/>
              </a:gs>
              <a:gs pos="83000">
                <a:srgbClr val="172F5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innerShdw blurRad="228600">
              <a:srgbClr val="789CE5">
                <a:alpha val="6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3-3">
            <a:extLst>
              <a:ext uri="{FF2B5EF4-FFF2-40B4-BE49-F238E27FC236}">
                <a16:creationId xmlns:a16="http://schemas.microsoft.com/office/drawing/2014/main" id="{42A63312-B86F-7B40-9AC1-EBE071C959BE}"/>
              </a:ext>
            </a:extLst>
          </p:cNvPr>
          <p:cNvSpPr/>
          <p:nvPr/>
        </p:nvSpPr>
        <p:spPr>
          <a:xfrm>
            <a:off x="4321625" y="932702"/>
            <a:ext cx="3570517" cy="3570517"/>
          </a:xfrm>
          <a:prstGeom prst="ellipse">
            <a:avLst/>
          </a:prstGeom>
          <a:gradFill flip="none" rotWithShape="1">
            <a:gsLst>
              <a:gs pos="72000">
                <a:srgbClr val="FF5C02"/>
              </a:gs>
              <a:gs pos="100000">
                <a:srgbClr val="FFA100"/>
              </a:gs>
              <a:gs pos="40000">
                <a:srgbClr val="FF5C02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469900" dist="38100" dir="16200000" rotWithShape="0">
              <a:srgbClr val="FDFFAA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3-4">
            <a:extLst>
              <a:ext uri="{FF2B5EF4-FFF2-40B4-BE49-F238E27FC236}">
                <a16:creationId xmlns:a16="http://schemas.microsoft.com/office/drawing/2014/main" id="{875AA2C6-15F1-4543-8D07-C09C9D97961C}"/>
              </a:ext>
            </a:extLst>
          </p:cNvPr>
          <p:cNvSpPr/>
          <p:nvPr/>
        </p:nvSpPr>
        <p:spPr>
          <a:xfrm>
            <a:off x="4321625" y="932702"/>
            <a:ext cx="3570517" cy="3570517"/>
          </a:xfrm>
          <a:prstGeom prst="ellipse">
            <a:avLst/>
          </a:prstGeom>
          <a:gradFill flip="none" rotWithShape="1">
            <a:gsLst>
              <a:gs pos="72000">
                <a:srgbClr val="FF5C02"/>
              </a:gs>
              <a:gs pos="100000">
                <a:srgbClr val="FFA100"/>
              </a:gs>
              <a:gs pos="40000">
                <a:srgbClr val="FF5C02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innerShdw blurRad="406400">
              <a:srgbClr val="FFFF00">
                <a:alpha val="6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3-5">
            <a:extLst>
              <a:ext uri="{FF2B5EF4-FFF2-40B4-BE49-F238E27FC236}">
                <a16:creationId xmlns:a16="http://schemas.microsoft.com/office/drawing/2014/main" id="{FCC35713-94A2-964D-BE93-6FB3E3CC76D3}"/>
              </a:ext>
            </a:extLst>
          </p:cNvPr>
          <p:cNvSpPr/>
          <p:nvPr/>
        </p:nvSpPr>
        <p:spPr>
          <a:xfrm>
            <a:off x="4267197" y="1063330"/>
            <a:ext cx="3570517" cy="3570517"/>
          </a:xfrm>
          <a:prstGeom prst="ellipse">
            <a:avLst/>
          </a:prstGeom>
          <a:gradFill flip="none" rotWithShape="1">
            <a:gsLst>
              <a:gs pos="0">
                <a:srgbClr val="172F53"/>
              </a:gs>
              <a:gs pos="60000">
                <a:srgbClr val="172F5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3-6">
            <a:extLst>
              <a:ext uri="{FF2B5EF4-FFF2-40B4-BE49-F238E27FC236}">
                <a16:creationId xmlns:a16="http://schemas.microsoft.com/office/drawing/2014/main" id="{FA7917B2-8B29-F147-BA3C-3024D5CB8177}"/>
              </a:ext>
            </a:extLst>
          </p:cNvPr>
          <p:cNvSpPr/>
          <p:nvPr/>
        </p:nvSpPr>
        <p:spPr>
          <a:xfrm>
            <a:off x="3526968" y="910930"/>
            <a:ext cx="3570517" cy="3570517"/>
          </a:xfrm>
          <a:prstGeom prst="ellipse">
            <a:avLst/>
          </a:prstGeom>
          <a:gradFill flip="none" rotWithShape="1">
            <a:gsLst>
              <a:gs pos="0">
                <a:srgbClr val="172F53"/>
              </a:gs>
              <a:gs pos="60000">
                <a:srgbClr val="172F5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4-1-Shadow">
            <a:extLst>
              <a:ext uri="{FF2B5EF4-FFF2-40B4-BE49-F238E27FC236}">
                <a16:creationId xmlns:a16="http://schemas.microsoft.com/office/drawing/2014/main" id="{CF1FE337-28DB-0F44-A2E3-7B08233FE1C0}"/>
              </a:ext>
            </a:extLst>
          </p:cNvPr>
          <p:cNvSpPr/>
          <p:nvPr/>
        </p:nvSpPr>
        <p:spPr>
          <a:xfrm>
            <a:off x="4822372" y="1085105"/>
            <a:ext cx="2514600" cy="2514600"/>
          </a:xfrm>
          <a:prstGeom prst="ellipse">
            <a:avLst/>
          </a:prstGeom>
          <a:gradFill flip="none" rotWithShape="1">
            <a:gsLst>
              <a:gs pos="100000">
                <a:srgbClr val="FF8B00"/>
              </a:gs>
              <a:gs pos="50000">
                <a:srgbClr val="070F1C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584200" dir="5400000" sx="111000" sy="111000" algn="t" rotWithShape="0">
              <a:srgbClr val="BC651C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4-2">
            <a:extLst>
              <a:ext uri="{FF2B5EF4-FFF2-40B4-BE49-F238E27FC236}">
                <a16:creationId xmlns:a16="http://schemas.microsoft.com/office/drawing/2014/main" id="{2241FC4D-F53E-0F41-832E-49D1D84F16FC}"/>
              </a:ext>
            </a:extLst>
          </p:cNvPr>
          <p:cNvSpPr/>
          <p:nvPr/>
        </p:nvSpPr>
        <p:spPr>
          <a:xfrm rot="1148904">
            <a:off x="4854144" y="1126924"/>
            <a:ext cx="2514600" cy="2514600"/>
          </a:xfrm>
          <a:prstGeom prst="ellipse">
            <a:avLst/>
          </a:prstGeom>
          <a:gradFill flip="none" rotWithShape="1">
            <a:gsLst>
              <a:gs pos="60000">
                <a:srgbClr val="7CC1F7">
                  <a:alpha val="0"/>
                </a:srgbClr>
              </a:gs>
              <a:gs pos="29000">
                <a:srgbClr val="FFF17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4-3">
            <a:extLst>
              <a:ext uri="{FF2B5EF4-FFF2-40B4-BE49-F238E27FC236}">
                <a16:creationId xmlns:a16="http://schemas.microsoft.com/office/drawing/2014/main" id="{B31FF205-14C1-2043-AA81-34D3A9E34C34}"/>
              </a:ext>
            </a:extLst>
          </p:cNvPr>
          <p:cNvSpPr/>
          <p:nvPr/>
        </p:nvSpPr>
        <p:spPr>
          <a:xfrm rot="3586886">
            <a:off x="4856018" y="1128648"/>
            <a:ext cx="2514600" cy="2514600"/>
          </a:xfrm>
          <a:prstGeom prst="ellipse">
            <a:avLst/>
          </a:prstGeom>
          <a:gradFill flip="none" rotWithShape="1">
            <a:gsLst>
              <a:gs pos="78000">
                <a:srgbClr val="FF5C02"/>
              </a:gs>
              <a:gs pos="53000">
                <a:srgbClr val="FF5C02"/>
              </a:gs>
              <a:gs pos="98000">
                <a:srgbClr val="FFA100"/>
              </a:gs>
              <a:gs pos="27000">
                <a:srgbClr val="FF5C02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innerShdw blurRad="444500">
              <a:srgbClr val="FFFF00">
                <a:alpha val="6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4-4">
            <a:extLst>
              <a:ext uri="{FF2B5EF4-FFF2-40B4-BE49-F238E27FC236}">
                <a16:creationId xmlns:a16="http://schemas.microsoft.com/office/drawing/2014/main" id="{9484B5CD-3A77-7A4F-AE0B-975046780329}"/>
              </a:ext>
            </a:extLst>
          </p:cNvPr>
          <p:cNvSpPr/>
          <p:nvPr/>
        </p:nvSpPr>
        <p:spPr>
          <a:xfrm rot="8901728">
            <a:off x="4855294" y="1128648"/>
            <a:ext cx="2514600" cy="2514600"/>
          </a:xfrm>
          <a:prstGeom prst="ellipse">
            <a:avLst/>
          </a:prstGeom>
          <a:gradFill flip="none" rotWithShape="1">
            <a:gsLst>
              <a:gs pos="86000">
                <a:srgbClr val="172F53"/>
              </a:gs>
              <a:gs pos="100000">
                <a:srgbClr val="172F53"/>
              </a:gs>
              <a:gs pos="40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innerShdw blurRad="444500">
              <a:srgbClr val="BFF7FB">
                <a:alpha val="6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6" name="4-5">
            <a:extLst>
              <a:ext uri="{FF2B5EF4-FFF2-40B4-BE49-F238E27FC236}">
                <a16:creationId xmlns:a16="http://schemas.microsoft.com/office/drawing/2014/main" id="{F0FDF5C6-507A-6A45-B545-5B8EF4C0D836}"/>
              </a:ext>
            </a:extLst>
          </p:cNvPr>
          <p:cNvSpPr/>
          <p:nvPr/>
        </p:nvSpPr>
        <p:spPr>
          <a:xfrm rot="9154689">
            <a:off x="4856019" y="1128648"/>
            <a:ext cx="2514600" cy="2514600"/>
          </a:xfrm>
          <a:prstGeom prst="ellipse">
            <a:avLst/>
          </a:prstGeom>
          <a:gradFill flip="none" rotWithShape="1">
            <a:gsLst>
              <a:gs pos="77000">
                <a:srgbClr val="172F53"/>
              </a:gs>
              <a:gs pos="62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innerShdw blurRad="444500">
              <a:srgbClr val="BFF7FB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3" name="logo">
            <a:extLst>
              <a:ext uri="{FF2B5EF4-FFF2-40B4-BE49-F238E27FC236}">
                <a16:creationId xmlns:a16="http://schemas.microsoft.com/office/drawing/2014/main" id="{CED6FED2-96C5-6944-922C-FFCEE6B1276E}"/>
              </a:ext>
            </a:extLst>
          </p:cNvPr>
          <p:cNvSpPr/>
          <p:nvPr/>
        </p:nvSpPr>
        <p:spPr>
          <a:xfrm>
            <a:off x="5557905" y="1600568"/>
            <a:ext cx="1042248" cy="1277709"/>
          </a:xfrm>
          <a:custGeom>
            <a:avLst/>
            <a:gdLst>
              <a:gd name="connsiteX0" fmla="*/ 609531 w 1104718"/>
              <a:gd name="connsiteY0" fmla="*/ 117854 h 1354292"/>
              <a:gd name="connsiteX1" fmla="*/ 822348 w 1104718"/>
              <a:gd name="connsiteY1" fmla="*/ 0 h 1354292"/>
              <a:gd name="connsiteX2" fmla="*/ 752308 w 1104718"/>
              <a:gd name="connsiteY2" fmla="*/ 216486 h 1354292"/>
              <a:gd name="connsiteX3" fmla="*/ 550513 w 1104718"/>
              <a:gd name="connsiteY3" fmla="*/ 311346 h 1354292"/>
              <a:gd name="connsiteX4" fmla="*/ 609531 w 1104718"/>
              <a:gd name="connsiteY4" fmla="*/ 117854 h 1354292"/>
              <a:gd name="connsiteX5" fmla="*/ 561837 w 1104718"/>
              <a:gd name="connsiteY5" fmla="*/ 388587 h 1354292"/>
              <a:gd name="connsiteX6" fmla="*/ 803305 w 1104718"/>
              <a:gd name="connsiteY6" fmla="*/ 325661 h 1354292"/>
              <a:gd name="connsiteX7" fmla="*/ 1068707 w 1104718"/>
              <a:gd name="connsiteY7" fmla="*/ 461113 h 1354292"/>
              <a:gd name="connsiteX8" fmla="*/ 922155 w 1104718"/>
              <a:gd name="connsiteY8" fmla="*/ 717700 h 1354292"/>
              <a:gd name="connsiteX9" fmla="*/ 1104719 w 1104718"/>
              <a:gd name="connsiteY9" fmla="*/ 993318 h 1354292"/>
              <a:gd name="connsiteX10" fmla="*/ 804724 w 1104718"/>
              <a:gd name="connsiteY10" fmla="*/ 1352304 h 1354292"/>
              <a:gd name="connsiteX11" fmla="*/ 580581 w 1104718"/>
              <a:gd name="connsiteY11" fmla="*/ 1298982 h 1354292"/>
              <a:gd name="connsiteX12" fmla="*/ 356265 w 1104718"/>
              <a:gd name="connsiteY12" fmla="*/ 1354293 h 1354292"/>
              <a:gd name="connsiteX13" fmla="*/ 0 w 1104718"/>
              <a:gd name="connsiteY13" fmla="*/ 740028 h 1354292"/>
              <a:gd name="connsiteX14" fmla="*/ 326199 w 1104718"/>
              <a:gd name="connsiteY14" fmla="*/ 329434 h 1354292"/>
              <a:gd name="connsiteX15" fmla="*/ 561837 w 1104718"/>
              <a:gd name="connsiteY15" fmla="*/ 388587 h 135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04718" h="1354292">
                <a:moveTo>
                  <a:pt x="609531" y="117854"/>
                </a:moveTo>
                <a:cubicBezTo>
                  <a:pt x="698567" y="572"/>
                  <a:pt x="822348" y="0"/>
                  <a:pt x="822348" y="0"/>
                </a:cubicBezTo>
                <a:cubicBezTo>
                  <a:pt x="822348" y="0"/>
                  <a:pt x="840760" y="110265"/>
                  <a:pt x="752308" y="216486"/>
                </a:cubicBezTo>
                <a:cubicBezTo>
                  <a:pt x="657863" y="329905"/>
                  <a:pt x="550513" y="311346"/>
                  <a:pt x="550513" y="311346"/>
                </a:cubicBezTo>
                <a:cubicBezTo>
                  <a:pt x="550513" y="311346"/>
                  <a:pt x="530355" y="222145"/>
                  <a:pt x="609531" y="117854"/>
                </a:cubicBezTo>
                <a:close/>
                <a:moveTo>
                  <a:pt x="561837" y="388587"/>
                </a:moveTo>
                <a:cubicBezTo>
                  <a:pt x="607641" y="388587"/>
                  <a:pt x="692652" y="325661"/>
                  <a:pt x="803305" y="325661"/>
                </a:cubicBezTo>
                <a:cubicBezTo>
                  <a:pt x="993776" y="325661"/>
                  <a:pt x="1068707" y="461113"/>
                  <a:pt x="1068707" y="461113"/>
                </a:cubicBezTo>
                <a:cubicBezTo>
                  <a:pt x="1068707" y="461113"/>
                  <a:pt x="922155" y="535997"/>
                  <a:pt x="922155" y="717700"/>
                </a:cubicBezTo>
                <a:cubicBezTo>
                  <a:pt x="922155" y="922677"/>
                  <a:pt x="1104719" y="993318"/>
                  <a:pt x="1104719" y="993318"/>
                </a:cubicBezTo>
                <a:cubicBezTo>
                  <a:pt x="1104719" y="993318"/>
                  <a:pt x="977100" y="1352304"/>
                  <a:pt x="804724" y="1352304"/>
                </a:cubicBezTo>
                <a:cubicBezTo>
                  <a:pt x="725552" y="1352304"/>
                  <a:pt x="664000" y="1298982"/>
                  <a:pt x="580581" y="1298982"/>
                </a:cubicBezTo>
                <a:cubicBezTo>
                  <a:pt x="495570" y="1298982"/>
                  <a:pt x="411209" y="1354293"/>
                  <a:pt x="356265" y="1354293"/>
                </a:cubicBezTo>
                <a:cubicBezTo>
                  <a:pt x="198858" y="1354297"/>
                  <a:pt x="0" y="1013762"/>
                  <a:pt x="0" y="740028"/>
                </a:cubicBezTo>
                <a:cubicBezTo>
                  <a:pt x="0" y="470713"/>
                  <a:pt x="168321" y="329434"/>
                  <a:pt x="326199" y="329434"/>
                </a:cubicBezTo>
                <a:cubicBezTo>
                  <a:pt x="428834" y="329434"/>
                  <a:pt x="508479" y="388587"/>
                  <a:pt x="561837" y="388587"/>
                </a:cubicBezTo>
                <a:close/>
              </a:path>
            </a:pathLst>
          </a:custGeom>
          <a:gradFill flip="none" rotWithShape="1">
            <a:gsLst>
              <a:gs pos="24000">
                <a:srgbClr val="FFF171"/>
              </a:gs>
              <a:gs pos="80000">
                <a:srgbClr val="FF5C02"/>
              </a:gs>
            </a:gsLst>
            <a:lin ang="9000000" scaled="0"/>
            <a:tileRect/>
          </a:gradFill>
          <a:ln w="2208" cap="flat">
            <a:noFill/>
            <a:prstDash val="solid"/>
            <a:miter/>
          </a:ln>
        </p:spPr>
        <p:txBody>
          <a:bodyPr rtlCol="0" anchor="ctr"/>
          <a:lstStyle/>
          <a:p>
            <a:endParaRPr lang="en-RU"/>
          </a:p>
        </p:txBody>
      </p:sp>
      <p:sp>
        <p:nvSpPr>
          <p:cNvPr id="53" name="Join text">
            <a:extLst>
              <a:ext uri="{FF2B5EF4-FFF2-40B4-BE49-F238E27FC236}">
                <a16:creationId xmlns:a16="http://schemas.microsoft.com/office/drawing/2014/main" id="{99D13A9F-534D-8042-A964-398DF4A71191}"/>
              </a:ext>
            </a:extLst>
          </p:cNvPr>
          <p:cNvSpPr txBox="1"/>
          <p:nvPr/>
        </p:nvSpPr>
        <p:spPr>
          <a:xfrm>
            <a:off x="4283657" y="5700813"/>
            <a:ext cx="3624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ru-RU" sz="1200" dirty="0">
                <a:solidFill>
                  <a:srgbClr val="E0D1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Больше слайдов в формате </a:t>
            </a:r>
            <a:r>
              <a:rPr lang="en-US" sz="1200" dirty="0">
                <a:solidFill>
                  <a:srgbClr val="E0D1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pptx </a:t>
            </a:r>
            <a:r>
              <a:rPr lang="ru-RU" sz="1200" dirty="0">
                <a:solidFill>
                  <a:srgbClr val="E0D1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</a:t>
            </a:r>
            <a:br>
              <a:rPr lang="ru-RU" sz="1200" dirty="0">
                <a:solidFill>
                  <a:srgbClr val="E0D1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ru-RU" sz="1200" dirty="0">
                <a:solidFill>
                  <a:srgbClr val="E0D1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в </a:t>
            </a:r>
            <a:r>
              <a:rPr lang="ru-RU" sz="1200" dirty="0" err="1">
                <a:solidFill>
                  <a:srgbClr val="E0D1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телеграм</a:t>
            </a:r>
            <a:r>
              <a:rPr lang="ru-RU" sz="1200" dirty="0">
                <a:solidFill>
                  <a:srgbClr val="E0D1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-канале </a:t>
            </a:r>
            <a:r>
              <a:rPr lang="en-US" sz="1200" dirty="0">
                <a:solidFill>
                  <a:srgbClr val="E0D1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@</a:t>
            </a:r>
            <a:r>
              <a:rPr lang="en-US" sz="1200" dirty="0" err="1">
                <a:solidFill>
                  <a:srgbClr val="E0D1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pptxmen</a:t>
            </a:r>
            <a:r>
              <a:rPr lang="ru-RU" sz="1200" dirty="0">
                <a:solidFill>
                  <a:srgbClr val="E0D1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по тэгу </a:t>
            </a:r>
            <a:r>
              <a:rPr lang="en-US" sz="1200" dirty="0">
                <a:solidFill>
                  <a:srgbClr val="E0D1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#</a:t>
            </a:r>
            <a:r>
              <a:rPr lang="ru-RU" sz="1200" dirty="0" err="1">
                <a:solidFill>
                  <a:srgbClr val="E0D1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какуэпл</a:t>
            </a:r>
            <a:r>
              <a:rPr lang="en-US" sz="1200" dirty="0">
                <a:solidFill>
                  <a:srgbClr val="E0D1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endParaRPr lang="en-RU" sz="1200" dirty="0">
              <a:solidFill>
                <a:srgbClr val="E0D196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0" name="Apple Event">
            <a:extLst>
              <a:ext uri="{FF2B5EF4-FFF2-40B4-BE49-F238E27FC236}">
                <a16:creationId xmlns:a16="http://schemas.microsoft.com/office/drawing/2014/main" id="{079179E2-1FE3-C74C-B3AD-BA00BA3D8646}"/>
              </a:ext>
            </a:extLst>
          </p:cNvPr>
          <p:cNvSpPr txBox="1"/>
          <p:nvPr/>
        </p:nvSpPr>
        <p:spPr>
          <a:xfrm>
            <a:off x="5066712" y="5098963"/>
            <a:ext cx="20585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000" b="1" dirty="0">
                <a:gradFill flip="none" rotWithShape="1">
                  <a:gsLst>
                    <a:gs pos="98000">
                      <a:srgbClr val="FF5C02"/>
                    </a:gs>
                    <a:gs pos="27000">
                      <a:srgbClr val="FFF087"/>
                    </a:gs>
                  </a:gsLst>
                  <a:lin ang="16200000" scaled="1"/>
                  <a:tileRect/>
                </a:gra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Как у </a:t>
            </a:r>
            <a:r>
              <a:rPr lang="ru-RU" sz="3000" b="1" dirty="0" err="1">
                <a:gradFill flip="none" rotWithShape="1">
                  <a:gsLst>
                    <a:gs pos="98000">
                      <a:srgbClr val="FF5C02"/>
                    </a:gs>
                    <a:gs pos="27000">
                      <a:srgbClr val="FFF087"/>
                    </a:gs>
                  </a:gsLst>
                  <a:lin ang="16200000" scaled="1"/>
                  <a:tileRect/>
                </a:gra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Эпл</a:t>
            </a:r>
            <a:endParaRPr lang="en-RU" sz="3000" b="1" dirty="0">
              <a:gradFill flip="none" rotWithShape="1">
                <a:gsLst>
                  <a:gs pos="98000">
                    <a:srgbClr val="FF5C02"/>
                  </a:gs>
                  <a:gs pos="27000">
                    <a:srgbClr val="FFF087"/>
                  </a:gs>
                </a:gsLst>
                <a:lin ang="16200000" scaled="1"/>
                <a:tileRect/>
              </a:gra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219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33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Office 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60</cp:revision>
  <dcterms:created xsi:type="dcterms:W3CDTF">2020-10-14T12:49:09Z</dcterms:created>
  <dcterms:modified xsi:type="dcterms:W3CDTF">2020-10-30T16:42:30Z</dcterms:modified>
</cp:coreProperties>
</file>