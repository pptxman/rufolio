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>
        <p:scale>
          <a:sx n="84" d="100"/>
          <a:sy n="84" d="100"/>
        </p:scale>
        <p:origin x="976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A8C16-467B-1D49-AFF0-F9DA4AD9B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93A31-3AB5-6E46-A5A6-B48473652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29C557-8B10-CB49-9DCB-BBF205A58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BA13F2-2F63-AD4E-91A3-6742A2ED9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FD422-485E-8E41-ACB0-F8BEA247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7948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2947-82C8-0F48-A94B-AA6DFBE0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57278-7627-8744-B93D-5E07A076E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1D5F9-035F-5940-9D90-9645228C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DD72-4FC5-3744-A8D2-02251861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32B10-D94C-4C41-8E6E-DA7F6EBD7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20798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330D-2665-D841-8650-69F13F022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F26C4-5CFA-6743-9698-2AD42FF83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C4D3-0867-4445-93C9-C7D92F8CA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F3E85-4C20-9D44-92DD-B2378AC9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6E59A-4420-B646-BA49-32EBD063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231630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FEC9-5496-3742-BC05-0CD35FBB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E2909-895A-3843-ABB8-E16968C22B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6C6901-999B-1049-B9F1-B8D0EBFE45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1D1EC-ECF5-B84B-ABEC-98DC744D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3544E4-BF1E-9D4E-850E-FA05E786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C7C97-CE6A-9745-87DD-3708700D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51842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F772-E7BF-7144-859E-F42A945C5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E1D7B-1BD6-1645-960F-8E2A9994F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C6ADC1-83A0-574E-A213-1D432E338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8D1FF4-8750-F24F-B3B4-5E89138ABF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7E2CEF-4CBE-AA47-9E1D-5A3C648F6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0513FC-D62F-1449-BB1F-9F8DFBAF8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019313-04D7-8B44-89B3-3C0A07FB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25A8A-4AAD-E744-AF1D-44845896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1780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F9286-15E1-2F49-B473-97328CD1C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B34C1-266D-0448-AC27-A9939648E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3B7B2B-A57D-8D48-8B1E-D55AD00DA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02775-067C-AC4B-9322-30CAE659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462007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107FC-8C91-D64D-906C-D246BAF8D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B6FDB9-F8AE-1241-9BA1-E506C4608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1E180-6D87-D142-B331-2D630542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7623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44E0-B210-D34E-9A15-FC2418C6B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6BCD8-2BEF-3D42-A5E7-2287E8D48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E7979-4120-5446-8A40-C79DC1D80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441976-9A91-8749-987E-BD08688B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EF496-4B98-FD47-918E-3E1ED8DB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DE9B4-559B-224A-B340-1D55BD349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72702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616E-FCC3-4C4E-99F9-2AB4AFF2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6B60BA-C575-3D41-ACB2-1A209022A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7E855-191E-A049-B2B6-9547A6672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C6437-C340-6B47-84B3-B0950B4BD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0E1B9-1746-7348-84A7-B4B911FA3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D36E0-52B6-D848-A1F6-FE6136C6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62953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907FF-F788-0D4F-87D4-461BFF13D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A0017-6FDE-F144-A1D9-9FDE9334F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891F1-EA15-7745-BB81-AB0AA0F3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4FB51-6C2F-5B44-A617-DBDDC6D3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7E54F-DC65-F947-9933-25B1E340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0968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0187B-0B12-6F43-B747-A1DEA00C0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5A0-C385-E04F-81CF-AD507E687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8274B-B64F-8A49-AF8B-33BC367F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EABA-7979-E440-8ED9-E80E218C9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79E15-3992-EC4D-B8F1-A3AF17261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3726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E9E9B-D480-794D-B804-5DA0B89FA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0B49D-CF89-8840-947A-7592C4290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A135E-346B-AD49-88C5-AF938A4F0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79C97-193F-0549-96B0-87F82DEEF1BD}" type="datetimeFigureOut">
              <a:rPr lang="en-RU" smtClean="0"/>
              <a:t>16.09.2020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AF858-DA4A-2E48-9B49-949479493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28416-D590-0D45-A0FD-F1DF96977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42CB4-4E31-4548-80B8-2D713AEB97A5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19968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ogo">
            <a:extLst>
              <a:ext uri="{FF2B5EF4-FFF2-40B4-BE49-F238E27FC236}">
                <a16:creationId xmlns:a16="http://schemas.microsoft.com/office/drawing/2014/main" id="{6ABBBD4F-165A-594E-9836-60B06C2FD1C6}"/>
              </a:ext>
            </a:extLst>
          </p:cNvPr>
          <p:cNvGrpSpPr/>
          <p:nvPr/>
        </p:nvGrpSpPr>
        <p:grpSpPr>
          <a:xfrm>
            <a:off x="5102244" y="459323"/>
            <a:ext cx="2120843" cy="1015663"/>
            <a:chOff x="5102244" y="459323"/>
            <a:chExt cx="2120843" cy="101566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419F2F2-B58F-A34A-85BE-3A183534B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02244" y="657081"/>
              <a:ext cx="583561" cy="58356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82C187-9440-6B4E-951A-5FEBDCEA0AFB}"/>
                </a:ext>
              </a:extLst>
            </p:cNvPr>
            <p:cNvSpPr txBox="1"/>
            <p:nvPr/>
          </p:nvSpPr>
          <p:spPr>
            <a:xfrm>
              <a:off x="5582894" y="459323"/>
              <a:ext cx="164019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RU" sz="5800" dirty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One</a:t>
              </a:r>
            </a:p>
          </p:txBody>
        </p:sp>
      </p:grpSp>
      <p:sp>
        <p:nvSpPr>
          <p:cNvPr id="35" name="Individual">
            <a:extLst>
              <a:ext uri="{FF2B5EF4-FFF2-40B4-BE49-F238E27FC236}">
                <a16:creationId xmlns:a16="http://schemas.microsoft.com/office/drawing/2014/main" id="{B98770CF-DEC5-4846-B0B0-81BAE875B8D8}"/>
              </a:ext>
            </a:extLst>
          </p:cNvPr>
          <p:cNvSpPr txBox="1"/>
          <p:nvPr/>
        </p:nvSpPr>
        <p:spPr>
          <a:xfrm>
            <a:off x="5107780" y="1785925"/>
            <a:ext cx="1438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Individual</a:t>
            </a:r>
          </a:p>
        </p:txBody>
      </p:sp>
      <p:sp>
        <p:nvSpPr>
          <p:cNvPr id="36" name="14">
            <a:extLst>
              <a:ext uri="{FF2B5EF4-FFF2-40B4-BE49-F238E27FC236}">
                <a16:creationId xmlns:a16="http://schemas.microsoft.com/office/drawing/2014/main" id="{5F231601-D2F1-6440-B839-FB3609E00175}"/>
              </a:ext>
            </a:extLst>
          </p:cNvPr>
          <p:cNvSpPr txBox="1"/>
          <p:nvPr/>
        </p:nvSpPr>
        <p:spPr>
          <a:xfrm>
            <a:off x="5116408" y="2441537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14.95/month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DF33363-3F86-1547-9933-EC7FD21F2253}"/>
              </a:ext>
            </a:extLst>
          </p:cNvPr>
          <p:cNvGrpSpPr/>
          <p:nvPr/>
        </p:nvGrpSpPr>
        <p:grpSpPr>
          <a:xfrm>
            <a:off x="5188871" y="3066371"/>
            <a:ext cx="1827873" cy="1811832"/>
            <a:chOff x="5188871" y="3066371"/>
            <a:chExt cx="1827873" cy="1811832"/>
          </a:xfrm>
        </p:grpSpPr>
        <p:pic>
          <p:nvPicPr>
            <p:cNvPr id="37" name="Music">
              <a:extLst>
                <a:ext uri="{FF2B5EF4-FFF2-40B4-BE49-F238E27FC236}">
                  <a16:creationId xmlns:a16="http://schemas.microsoft.com/office/drawing/2014/main" id="{6DDF5650-228E-8F4E-901C-63C34479A2D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075" t="6736" r="6736" b="6075"/>
            <a:stretch/>
          </p:blipFill>
          <p:spPr>
            <a:xfrm>
              <a:off x="5188871" y="3066371"/>
              <a:ext cx="818955" cy="818955"/>
            </a:xfrm>
            <a:prstGeom prst="roundRect">
              <a:avLst>
                <a:gd name="adj" fmla="val 21338"/>
              </a:avLst>
            </a:prstGeom>
          </p:spPr>
        </p:pic>
        <p:pic>
          <p:nvPicPr>
            <p:cNvPr id="38" name="Tv">
              <a:extLst>
                <a:ext uri="{FF2B5EF4-FFF2-40B4-BE49-F238E27FC236}">
                  <a16:creationId xmlns:a16="http://schemas.microsoft.com/office/drawing/2014/main" id="{1AEA5C4C-D89C-1F49-8C73-A6AC02FA7A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373" t="7500" r="32771" b="6520"/>
            <a:stretch/>
          </p:blipFill>
          <p:spPr>
            <a:xfrm>
              <a:off x="6195944" y="3066371"/>
              <a:ext cx="820800" cy="820800"/>
            </a:xfrm>
            <a:prstGeom prst="roundRect">
              <a:avLst>
                <a:gd name="adj" fmla="val 21717"/>
              </a:avLst>
            </a:prstGeom>
          </p:spPr>
        </p:pic>
        <p:pic>
          <p:nvPicPr>
            <p:cNvPr id="39" name="Arcade">
              <a:extLst>
                <a:ext uri="{FF2B5EF4-FFF2-40B4-BE49-F238E27FC236}">
                  <a16:creationId xmlns:a16="http://schemas.microsoft.com/office/drawing/2014/main" id="{91FA326B-57F5-154E-80EB-A8F75A25B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88871" y="4057403"/>
              <a:ext cx="820800" cy="820800"/>
            </a:xfrm>
            <a:prstGeom prst="roundRect">
              <a:avLst>
                <a:gd name="adj" fmla="val 21705"/>
              </a:avLst>
            </a:prstGeom>
          </p:spPr>
        </p:pic>
      </p:grpSp>
      <p:pic>
        <p:nvPicPr>
          <p:cNvPr id="40" name="Cloud">
            <a:extLst>
              <a:ext uri="{FF2B5EF4-FFF2-40B4-BE49-F238E27FC236}">
                <a16:creationId xmlns:a16="http://schemas.microsoft.com/office/drawing/2014/main" id="{D44475E3-4B4B-024F-A9EA-F243A120587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6195944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sp>
        <p:nvSpPr>
          <p:cNvPr id="41" name="Line 1">
            <a:extLst>
              <a:ext uri="{FF2B5EF4-FFF2-40B4-BE49-F238E27FC236}">
                <a16:creationId xmlns:a16="http://schemas.microsoft.com/office/drawing/2014/main" id="{127EA9D6-7E02-F346-902E-8213671AD3FE}"/>
              </a:ext>
            </a:extLst>
          </p:cNvPr>
          <p:cNvSpPr/>
          <p:nvPr/>
        </p:nvSpPr>
        <p:spPr>
          <a:xfrm>
            <a:off x="5202655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37527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accel="50000" decel="50000" autoRev="1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Scale>
                                      <p:cBhvr>
                                        <p:cTn id="6" dur="200" fill="hold"/>
                                        <p:tgtEl>
                                          <p:spTgt spid="40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ogo">
            <a:extLst>
              <a:ext uri="{FF2B5EF4-FFF2-40B4-BE49-F238E27FC236}">
                <a16:creationId xmlns:a16="http://schemas.microsoft.com/office/drawing/2014/main" id="{6ABBBD4F-165A-594E-9836-60B06C2FD1C6}"/>
              </a:ext>
            </a:extLst>
          </p:cNvPr>
          <p:cNvGrpSpPr/>
          <p:nvPr/>
        </p:nvGrpSpPr>
        <p:grpSpPr>
          <a:xfrm>
            <a:off x="5102244" y="459323"/>
            <a:ext cx="2120843" cy="1015663"/>
            <a:chOff x="5102244" y="459323"/>
            <a:chExt cx="2120843" cy="101566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419F2F2-B58F-A34A-85BE-3A183534B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02244" y="657081"/>
              <a:ext cx="583561" cy="58356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82C187-9440-6B4E-951A-5FEBDCEA0AFB}"/>
                </a:ext>
              </a:extLst>
            </p:cNvPr>
            <p:cNvSpPr txBox="1"/>
            <p:nvPr/>
          </p:nvSpPr>
          <p:spPr>
            <a:xfrm>
              <a:off x="5582894" y="459323"/>
              <a:ext cx="164019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RU" sz="5800" dirty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One</a:t>
              </a:r>
            </a:p>
          </p:txBody>
        </p:sp>
      </p:grpSp>
      <p:sp>
        <p:nvSpPr>
          <p:cNvPr id="9" name="Individual">
            <a:extLst>
              <a:ext uri="{FF2B5EF4-FFF2-40B4-BE49-F238E27FC236}">
                <a16:creationId xmlns:a16="http://schemas.microsoft.com/office/drawing/2014/main" id="{09F9D233-6AE2-2645-802E-08D5074DCC5E}"/>
              </a:ext>
            </a:extLst>
          </p:cNvPr>
          <p:cNvSpPr txBox="1"/>
          <p:nvPr/>
        </p:nvSpPr>
        <p:spPr>
          <a:xfrm>
            <a:off x="3806428" y="1785925"/>
            <a:ext cx="1438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Individual</a:t>
            </a:r>
          </a:p>
        </p:txBody>
      </p:sp>
      <p:sp>
        <p:nvSpPr>
          <p:cNvPr id="10" name="Family">
            <a:extLst>
              <a:ext uri="{FF2B5EF4-FFF2-40B4-BE49-F238E27FC236}">
                <a16:creationId xmlns:a16="http://schemas.microsoft.com/office/drawing/2014/main" id="{CE894FBC-90EE-D445-AA3A-9063C9BE19B1}"/>
              </a:ext>
            </a:extLst>
          </p:cNvPr>
          <p:cNvSpPr txBox="1"/>
          <p:nvPr/>
        </p:nvSpPr>
        <p:spPr>
          <a:xfrm>
            <a:off x="6839604" y="1785925"/>
            <a:ext cx="10342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Family</a:t>
            </a:r>
          </a:p>
        </p:txBody>
      </p:sp>
      <p:sp>
        <p:nvSpPr>
          <p:cNvPr id="12" name="14">
            <a:extLst>
              <a:ext uri="{FF2B5EF4-FFF2-40B4-BE49-F238E27FC236}">
                <a16:creationId xmlns:a16="http://schemas.microsoft.com/office/drawing/2014/main" id="{F5DDC2D6-0CEA-D44B-81E7-255AF2A72786}"/>
              </a:ext>
            </a:extLst>
          </p:cNvPr>
          <p:cNvSpPr txBox="1"/>
          <p:nvPr/>
        </p:nvSpPr>
        <p:spPr>
          <a:xfrm>
            <a:off x="3815056" y="2441537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14.95/month</a:t>
            </a:r>
          </a:p>
        </p:txBody>
      </p:sp>
      <p:sp>
        <p:nvSpPr>
          <p:cNvPr id="13" name="19">
            <a:extLst>
              <a:ext uri="{FF2B5EF4-FFF2-40B4-BE49-F238E27FC236}">
                <a16:creationId xmlns:a16="http://schemas.microsoft.com/office/drawing/2014/main" id="{D1DB5FC4-8B6A-3443-8E65-584872B576BE}"/>
              </a:ext>
            </a:extLst>
          </p:cNvPr>
          <p:cNvSpPr txBox="1"/>
          <p:nvPr/>
        </p:nvSpPr>
        <p:spPr>
          <a:xfrm>
            <a:off x="6839604" y="2441537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19.95/month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A0A9B3-EED0-CE40-A680-E534383F2F5C}"/>
              </a:ext>
            </a:extLst>
          </p:cNvPr>
          <p:cNvGrpSpPr/>
          <p:nvPr/>
        </p:nvGrpSpPr>
        <p:grpSpPr>
          <a:xfrm>
            <a:off x="3887519" y="3066371"/>
            <a:ext cx="1827873" cy="1811832"/>
            <a:chOff x="3887519" y="3066371"/>
            <a:chExt cx="1827873" cy="1811832"/>
          </a:xfrm>
        </p:grpSpPr>
        <p:pic>
          <p:nvPicPr>
            <p:cNvPr id="16" name="Music">
              <a:extLst>
                <a:ext uri="{FF2B5EF4-FFF2-40B4-BE49-F238E27FC236}">
                  <a16:creationId xmlns:a16="http://schemas.microsoft.com/office/drawing/2014/main" id="{EC81C949-492A-8E45-A721-C847C6408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075" t="6736" r="6736" b="6075"/>
            <a:stretch/>
          </p:blipFill>
          <p:spPr>
            <a:xfrm>
              <a:off x="3887519" y="3066371"/>
              <a:ext cx="818955" cy="818955"/>
            </a:xfrm>
            <a:prstGeom prst="roundRect">
              <a:avLst>
                <a:gd name="adj" fmla="val 21338"/>
              </a:avLst>
            </a:prstGeom>
          </p:spPr>
        </p:pic>
        <p:pic>
          <p:nvPicPr>
            <p:cNvPr id="18" name="Tv">
              <a:extLst>
                <a:ext uri="{FF2B5EF4-FFF2-40B4-BE49-F238E27FC236}">
                  <a16:creationId xmlns:a16="http://schemas.microsoft.com/office/drawing/2014/main" id="{30AC4F8C-60D0-624C-8D24-2BB9DFCA3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373" t="7500" r="32771" b="6520"/>
            <a:stretch/>
          </p:blipFill>
          <p:spPr>
            <a:xfrm>
              <a:off x="4894592" y="3066371"/>
              <a:ext cx="820800" cy="820800"/>
            </a:xfrm>
            <a:prstGeom prst="roundRect">
              <a:avLst>
                <a:gd name="adj" fmla="val 21717"/>
              </a:avLst>
            </a:prstGeom>
          </p:spPr>
        </p:pic>
        <p:pic>
          <p:nvPicPr>
            <p:cNvPr id="20" name="Arcade">
              <a:extLst>
                <a:ext uri="{FF2B5EF4-FFF2-40B4-BE49-F238E27FC236}">
                  <a16:creationId xmlns:a16="http://schemas.microsoft.com/office/drawing/2014/main" id="{58D64EA9-0B68-ED47-BC7C-A3BBEAA26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87519" y="4057403"/>
              <a:ext cx="820800" cy="820800"/>
            </a:xfrm>
            <a:prstGeom prst="roundRect">
              <a:avLst>
                <a:gd name="adj" fmla="val 21705"/>
              </a:avLst>
            </a:prstGeom>
          </p:spPr>
        </p:pic>
      </p:grpSp>
      <p:pic>
        <p:nvPicPr>
          <p:cNvPr id="22" name="Cloud">
            <a:extLst>
              <a:ext uri="{FF2B5EF4-FFF2-40B4-BE49-F238E27FC236}">
                <a16:creationId xmlns:a16="http://schemas.microsoft.com/office/drawing/2014/main" id="{55DEBB55-3645-3D45-BEC8-54A9175FF78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4894592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pic>
        <p:nvPicPr>
          <p:cNvPr id="19" name="Music 2">
            <a:extLst>
              <a:ext uri="{FF2B5EF4-FFF2-40B4-BE49-F238E27FC236}">
                <a16:creationId xmlns:a16="http://schemas.microsoft.com/office/drawing/2014/main" id="{A4231D72-1B13-284D-BDDF-39A8509527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75" t="6736" r="6736" b="6075"/>
          <a:stretch/>
        </p:blipFill>
        <p:spPr>
          <a:xfrm>
            <a:off x="6888090" y="3066371"/>
            <a:ext cx="818955" cy="818955"/>
          </a:xfrm>
          <a:prstGeom prst="roundRect">
            <a:avLst>
              <a:gd name="adj" fmla="val 21338"/>
            </a:avLst>
          </a:prstGeom>
        </p:spPr>
      </p:pic>
      <p:pic>
        <p:nvPicPr>
          <p:cNvPr id="21" name="Tv 2">
            <a:extLst>
              <a:ext uri="{FF2B5EF4-FFF2-40B4-BE49-F238E27FC236}">
                <a16:creationId xmlns:a16="http://schemas.microsoft.com/office/drawing/2014/main" id="{353F5C56-6DEC-F247-948F-B9F063CE48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73" t="7500" r="32771" b="6520"/>
          <a:stretch/>
        </p:blipFill>
        <p:spPr>
          <a:xfrm>
            <a:off x="7895163" y="3066371"/>
            <a:ext cx="820800" cy="820800"/>
          </a:xfrm>
          <a:prstGeom prst="roundRect">
            <a:avLst>
              <a:gd name="adj" fmla="val 21717"/>
            </a:avLst>
          </a:prstGeom>
        </p:spPr>
      </p:pic>
      <p:pic>
        <p:nvPicPr>
          <p:cNvPr id="23" name="Arcade 2">
            <a:extLst>
              <a:ext uri="{FF2B5EF4-FFF2-40B4-BE49-F238E27FC236}">
                <a16:creationId xmlns:a16="http://schemas.microsoft.com/office/drawing/2014/main" id="{8261E75A-0C53-5D44-A68D-6E3BFEF4F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8090" y="4057403"/>
            <a:ext cx="820800" cy="820800"/>
          </a:xfrm>
          <a:prstGeom prst="roundRect">
            <a:avLst>
              <a:gd name="adj" fmla="val 21705"/>
            </a:avLst>
          </a:prstGeom>
        </p:spPr>
      </p:pic>
      <p:pic>
        <p:nvPicPr>
          <p:cNvPr id="25" name="Cloud 2">
            <a:extLst>
              <a:ext uri="{FF2B5EF4-FFF2-40B4-BE49-F238E27FC236}">
                <a16:creationId xmlns:a16="http://schemas.microsoft.com/office/drawing/2014/main" id="{CAEC056F-A2F9-D74C-AAC4-3D77590AC83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7895163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sp>
        <p:nvSpPr>
          <p:cNvPr id="31" name="Line 1">
            <a:extLst>
              <a:ext uri="{FF2B5EF4-FFF2-40B4-BE49-F238E27FC236}">
                <a16:creationId xmlns:a16="http://schemas.microsoft.com/office/drawing/2014/main" id="{2DBBFC3B-2E80-1043-9CC8-8D708BCCC3AD}"/>
              </a:ext>
            </a:extLst>
          </p:cNvPr>
          <p:cNvSpPr/>
          <p:nvPr/>
        </p:nvSpPr>
        <p:spPr>
          <a:xfrm>
            <a:off x="3901303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1</a:t>
            </a:r>
          </a:p>
        </p:txBody>
      </p:sp>
      <p:sp>
        <p:nvSpPr>
          <p:cNvPr id="32" name="Line 2">
            <a:extLst>
              <a:ext uri="{FF2B5EF4-FFF2-40B4-BE49-F238E27FC236}">
                <a16:creationId xmlns:a16="http://schemas.microsoft.com/office/drawing/2014/main" id="{76B0D02F-601D-124C-A45A-2CA21AFBD7D7}"/>
              </a:ext>
            </a:extLst>
          </p:cNvPr>
          <p:cNvSpPr/>
          <p:nvPr/>
        </p:nvSpPr>
        <p:spPr>
          <a:xfrm>
            <a:off x="6916203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452035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 advClick="0" advTm="2000">
        <p159:morph option="byObject"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400"/>
                            </p:stCondLst>
                            <p:childTnLst>
                              <p:par>
                                <p:cTn id="30" presetID="6" presetClass="emph" presetSubtype="0" accel="50000" decel="50000" autoRev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1" dur="250" fill="hold"/>
                                        <p:tgtEl>
                                          <p:spTgt spid="25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Top logo">
            <a:extLst>
              <a:ext uri="{FF2B5EF4-FFF2-40B4-BE49-F238E27FC236}">
                <a16:creationId xmlns:a16="http://schemas.microsoft.com/office/drawing/2014/main" id="{6ABBBD4F-165A-594E-9836-60B06C2FD1C6}"/>
              </a:ext>
            </a:extLst>
          </p:cNvPr>
          <p:cNvGrpSpPr/>
          <p:nvPr/>
        </p:nvGrpSpPr>
        <p:grpSpPr>
          <a:xfrm>
            <a:off x="5102244" y="459323"/>
            <a:ext cx="2120843" cy="1015663"/>
            <a:chOff x="5102244" y="459323"/>
            <a:chExt cx="2120843" cy="1015663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7419F2F2-B58F-A34A-85BE-3A183534B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02244" y="657081"/>
              <a:ext cx="583561" cy="58356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482C187-9440-6B4E-951A-5FEBDCEA0AFB}"/>
                </a:ext>
              </a:extLst>
            </p:cNvPr>
            <p:cNvSpPr txBox="1"/>
            <p:nvPr/>
          </p:nvSpPr>
          <p:spPr>
            <a:xfrm>
              <a:off x="5582894" y="459323"/>
              <a:ext cx="1640193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RU" sz="5800" dirty="0">
                  <a:latin typeface="Helvetica Neue Medium" panose="02000503000000020004" pitchFamily="2" charset="0"/>
                  <a:ea typeface="Helvetica Neue Medium" panose="02000503000000020004" pitchFamily="2" charset="0"/>
                  <a:cs typeface="Helvetica Neue Medium" panose="02000503000000020004" pitchFamily="2" charset="0"/>
                </a:rPr>
                <a:t>One</a:t>
              </a:r>
            </a:p>
          </p:txBody>
        </p:sp>
      </p:grpSp>
      <p:sp>
        <p:nvSpPr>
          <p:cNvPr id="9" name="Individual">
            <a:extLst>
              <a:ext uri="{FF2B5EF4-FFF2-40B4-BE49-F238E27FC236}">
                <a16:creationId xmlns:a16="http://schemas.microsoft.com/office/drawing/2014/main" id="{09F9D233-6AE2-2645-802E-08D5074DCC5E}"/>
              </a:ext>
            </a:extLst>
          </p:cNvPr>
          <p:cNvSpPr txBox="1"/>
          <p:nvPr/>
        </p:nvSpPr>
        <p:spPr>
          <a:xfrm>
            <a:off x="2069068" y="1785925"/>
            <a:ext cx="143821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Individual</a:t>
            </a:r>
          </a:p>
        </p:txBody>
      </p:sp>
      <p:sp>
        <p:nvSpPr>
          <p:cNvPr id="10" name="Family">
            <a:extLst>
              <a:ext uri="{FF2B5EF4-FFF2-40B4-BE49-F238E27FC236}">
                <a16:creationId xmlns:a16="http://schemas.microsoft.com/office/drawing/2014/main" id="{CE894FBC-90EE-D445-AA3A-9063C9BE19B1}"/>
              </a:ext>
            </a:extLst>
          </p:cNvPr>
          <p:cNvSpPr txBox="1"/>
          <p:nvPr/>
        </p:nvSpPr>
        <p:spPr>
          <a:xfrm>
            <a:off x="5102244" y="1785925"/>
            <a:ext cx="10342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Family</a:t>
            </a:r>
          </a:p>
        </p:txBody>
      </p:sp>
      <p:sp>
        <p:nvSpPr>
          <p:cNvPr id="11" name="Premier">
            <a:extLst>
              <a:ext uri="{FF2B5EF4-FFF2-40B4-BE49-F238E27FC236}">
                <a16:creationId xmlns:a16="http://schemas.microsoft.com/office/drawing/2014/main" id="{D8F7E4CB-41DA-194D-9160-8CA5E72C3515}"/>
              </a:ext>
            </a:extLst>
          </p:cNvPr>
          <p:cNvSpPr txBox="1"/>
          <p:nvPr/>
        </p:nvSpPr>
        <p:spPr>
          <a:xfrm>
            <a:off x="8167591" y="1785925"/>
            <a:ext cx="119269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2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Premier</a:t>
            </a:r>
          </a:p>
        </p:txBody>
      </p:sp>
      <p:sp>
        <p:nvSpPr>
          <p:cNvPr id="12" name="14">
            <a:extLst>
              <a:ext uri="{FF2B5EF4-FFF2-40B4-BE49-F238E27FC236}">
                <a16:creationId xmlns:a16="http://schemas.microsoft.com/office/drawing/2014/main" id="{F5DDC2D6-0CEA-D44B-81E7-255AF2A72786}"/>
              </a:ext>
            </a:extLst>
          </p:cNvPr>
          <p:cNvSpPr txBox="1"/>
          <p:nvPr/>
        </p:nvSpPr>
        <p:spPr>
          <a:xfrm>
            <a:off x="2077696" y="2441537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14.95/month</a:t>
            </a:r>
          </a:p>
        </p:txBody>
      </p:sp>
      <p:sp>
        <p:nvSpPr>
          <p:cNvPr id="13" name="19">
            <a:extLst>
              <a:ext uri="{FF2B5EF4-FFF2-40B4-BE49-F238E27FC236}">
                <a16:creationId xmlns:a16="http://schemas.microsoft.com/office/drawing/2014/main" id="{D1DB5FC4-8B6A-3443-8E65-584872B576BE}"/>
              </a:ext>
            </a:extLst>
          </p:cNvPr>
          <p:cNvSpPr txBox="1"/>
          <p:nvPr/>
        </p:nvSpPr>
        <p:spPr>
          <a:xfrm>
            <a:off x="5102244" y="2441537"/>
            <a:ext cx="18133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19.95/month</a:t>
            </a:r>
          </a:p>
        </p:txBody>
      </p:sp>
      <p:sp>
        <p:nvSpPr>
          <p:cNvPr id="14" name="29">
            <a:extLst>
              <a:ext uri="{FF2B5EF4-FFF2-40B4-BE49-F238E27FC236}">
                <a16:creationId xmlns:a16="http://schemas.microsoft.com/office/drawing/2014/main" id="{4041B5B8-F5FA-2D42-8B18-3FC9BA8365EA}"/>
              </a:ext>
            </a:extLst>
          </p:cNvPr>
          <p:cNvSpPr txBox="1"/>
          <p:nvPr/>
        </p:nvSpPr>
        <p:spPr>
          <a:xfrm>
            <a:off x="8167591" y="2441537"/>
            <a:ext cx="17652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RU" sz="2000" baseline="30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$</a:t>
            </a:r>
            <a:r>
              <a:rPr lang="en-RU" sz="2000" dirty="0"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rPr>
              <a:t>29.95/month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E67968-BD2E-8646-A963-50ED9350C9C2}"/>
              </a:ext>
            </a:extLst>
          </p:cNvPr>
          <p:cNvGrpSpPr/>
          <p:nvPr/>
        </p:nvGrpSpPr>
        <p:grpSpPr>
          <a:xfrm>
            <a:off x="2150159" y="3066371"/>
            <a:ext cx="1827873" cy="1811832"/>
            <a:chOff x="2150159" y="3066371"/>
            <a:chExt cx="1827873" cy="1811832"/>
          </a:xfrm>
        </p:grpSpPr>
        <p:pic>
          <p:nvPicPr>
            <p:cNvPr id="16" name="Music">
              <a:extLst>
                <a:ext uri="{FF2B5EF4-FFF2-40B4-BE49-F238E27FC236}">
                  <a16:creationId xmlns:a16="http://schemas.microsoft.com/office/drawing/2014/main" id="{EC81C949-492A-8E45-A721-C847C6408C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075" t="6736" r="6736" b="6075"/>
            <a:stretch/>
          </p:blipFill>
          <p:spPr>
            <a:xfrm>
              <a:off x="2150159" y="3066371"/>
              <a:ext cx="818955" cy="818955"/>
            </a:xfrm>
            <a:prstGeom prst="roundRect">
              <a:avLst>
                <a:gd name="adj" fmla="val 21338"/>
              </a:avLst>
            </a:prstGeom>
          </p:spPr>
        </p:pic>
        <p:pic>
          <p:nvPicPr>
            <p:cNvPr id="18" name="Tv">
              <a:extLst>
                <a:ext uri="{FF2B5EF4-FFF2-40B4-BE49-F238E27FC236}">
                  <a16:creationId xmlns:a16="http://schemas.microsoft.com/office/drawing/2014/main" id="{30AC4F8C-60D0-624C-8D24-2BB9DFCA34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2373" t="7500" r="32771" b="6520"/>
            <a:stretch/>
          </p:blipFill>
          <p:spPr>
            <a:xfrm>
              <a:off x="3157232" y="3066371"/>
              <a:ext cx="820800" cy="820800"/>
            </a:xfrm>
            <a:prstGeom prst="roundRect">
              <a:avLst>
                <a:gd name="adj" fmla="val 21717"/>
              </a:avLst>
            </a:prstGeom>
          </p:spPr>
        </p:pic>
        <p:pic>
          <p:nvPicPr>
            <p:cNvPr id="20" name="Arcade">
              <a:extLst>
                <a:ext uri="{FF2B5EF4-FFF2-40B4-BE49-F238E27FC236}">
                  <a16:creationId xmlns:a16="http://schemas.microsoft.com/office/drawing/2014/main" id="{58D64EA9-0B68-ED47-BC7C-A3BBEAA26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50159" y="4057403"/>
              <a:ext cx="820800" cy="820800"/>
            </a:xfrm>
            <a:prstGeom prst="roundRect">
              <a:avLst>
                <a:gd name="adj" fmla="val 21705"/>
              </a:avLst>
            </a:prstGeom>
          </p:spPr>
        </p:pic>
      </p:grpSp>
      <p:pic>
        <p:nvPicPr>
          <p:cNvPr id="22" name="Cloud">
            <a:extLst>
              <a:ext uri="{FF2B5EF4-FFF2-40B4-BE49-F238E27FC236}">
                <a16:creationId xmlns:a16="http://schemas.microsoft.com/office/drawing/2014/main" id="{55DEBB55-3645-3D45-BEC8-54A9175FF78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3157232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pic>
        <p:nvPicPr>
          <p:cNvPr id="24" name="News 3">
            <a:extLst>
              <a:ext uri="{FF2B5EF4-FFF2-40B4-BE49-F238E27FC236}">
                <a16:creationId xmlns:a16="http://schemas.microsoft.com/office/drawing/2014/main" id="{B1192A85-18F8-3042-B3F2-EE0F52ECDE2F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11366" t="11338" r="11338" b="11366"/>
          <a:stretch/>
        </p:blipFill>
        <p:spPr>
          <a:xfrm>
            <a:off x="8229404" y="5025248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pic>
        <p:nvPicPr>
          <p:cNvPr id="26" name="Activity 3">
            <a:extLst>
              <a:ext uri="{FF2B5EF4-FFF2-40B4-BE49-F238E27FC236}">
                <a16:creationId xmlns:a16="http://schemas.microsoft.com/office/drawing/2014/main" id="{2D99AA7A-4617-AC47-889C-717E6772377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5281" y="5025248"/>
            <a:ext cx="820800" cy="820800"/>
          </a:xfrm>
          <a:prstGeom prst="roundRect">
            <a:avLst>
              <a:gd name="adj" fmla="val 21683"/>
            </a:avLst>
          </a:prstGeom>
        </p:spPr>
      </p:pic>
      <p:pic>
        <p:nvPicPr>
          <p:cNvPr id="19" name="Music 2">
            <a:extLst>
              <a:ext uri="{FF2B5EF4-FFF2-40B4-BE49-F238E27FC236}">
                <a16:creationId xmlns:a16="http://schemas.microsoft.com/office/drawing/2014/main" id="{A4231D72-1B13-284D-BDDF-39A8509527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75" t="6736" r="6736" b="6075"/>
          <a:stretch/>
        </p:blipFill>
        <p:spPr>
          <a:xfrm>
            <a:off x="5150730" y="3066371"/>
            <a:ext cx="818955" cy="818955"/>
          </a:xfrm>
          <a:prstGeom prst="roundRect">
            <a:avLst>
              <a:gd name="adj" fmla="val 21338"/>
            </a:avLst>
          </a:prstGeom>
        </p:spPr>
      </p:pic>
      <p:pic>
        <p:nvPicPr>
          <p:cNvPr id="21" name="Tv 2">
            <a:extLst>
              <a:ext uri="{FF2B5EF4-FFF2-40B4-BE49-F238E27FC236}">
                <a16:creationId xmlns:a16="http://schemas.microsoft.com/office/drawing/2014/main" id="{353F5C56-6DEC-F247-948F-B9F063CE485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73" t="7500" r="32771" b="6520"/>
          <a:stretch/>
        </p:blipFill>
        <p:spPr>
          <a:xfrm>
            <a:off x="6157803" y="3066371"/>
            <a:ext cx="820800" cy="820800"/>
          </a:xfrm>
          <a:prstGeom prst="roundRect">
            <a:avLst>
              <a:gd name="adj" fmla="val 21717"/>
            </a:avLst>
          </a:prstGeom>
        </p:spPr>
      </p:pic>
      <p:pic>
        <p:nvPicPr>
          <p:cNvPr id="23" name="Arcade 2">
            <a:extLst>
              <a:ext uri="{FF2B5EF4-FFF2-40B4-BE49-F238E27FC236}">
                <a16:creationId xmlns:a16="http://schemas.microsoft.com/office/drawing/2014/main" id="{8261E75A-0C53-5D44-A68D-6E3BFEF4F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0730" y="4057403"/>
            <a:ext cx="820800" cy="820800"/>
          </a:xfrm>
          <a:prstGeom prst="roundRect">
            <a:avLst>
              <a:gd name="adj" fmla="val 21705"/>
            </a:avLst>
          </a:prstGeom>
        </p:spPr>
      </p:pic>
      <p:pic>
        <p:nvPicPr>
          <p:cNvPr id="25" name="Cloud 2">
            <a:extLst>
              <a:ext uri="{FF2B5EF4-FFF2-40B4-BE49-F238E27FC236}">
                <a16:creationId xmlns:a16="http://schemas.microsoft.com/office/drawing/2014/main" id="{CAEC056F-A2F9-D74C-AAC4-3D77590AC83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6157803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pic>
        <p:nvPicPr>
          <p:cNvPr id="27" name="Music 3">
            <a:extLst>
              <a:ext uri="{FF2B5EF4-FFF2-40B4-BE49-F238E27FC236}">
                <a16:creationId xmlns:a16="http://schemas.microsoft.com/office/drawing/2014/main" id="{9A37DDBB-8D6D-4F46-AAEC-5690412F05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075" t="6736" r="6736" b="6075"/>
          <a:stretch/>
        </p:blipFill>
        <p:spPr>
          <a:xfrm>
            <a:off x="8229404" y="3066371"/>
            <a:ext cx="818955" cy="818955"/>
          </a:xfrm>
          <a:prstGeom prst="roundRect">
            <a:avLst>
              <a:gd name="adj" fmla="val 21338"/>
            </a:avLst>
          </a:prstGeom>
        </p:spPr>
      </p:pic>
      <p:pic>
        <p:nvPicPr>
          <p:cNvPr id="28" name="Tv 3">
            <a:extLst>
              <a:ext uri="{FF2B5EF4-FFF2-40B4-BE49-F238E27FC236}">
                <a16:creationId xmlns:a16="http://schemas.microsoft.com/office/drawing/2014/main" id="{57BB35DB-C6AD-C841-8F8E-222D5E9B335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73" t="7500" r="32771" b="6520"/>
          <a:stretch/>
        </p:blipFill>
        <p:spPr>
          <a:xfrm>
            <a:off x="9236477" y="3066371"/>
            <a:ext cx="820800" cy="820800"/>
          </a:xfrm>
          <a:prstGeom prst="roundRect">
            <a:avLst>
              <a:gd name="adj" fmla="val 21717"/>
            </a:avLst>
          </a:prstGeom>
        </p:spPr>
      </p:pic>
      <p:pic>
        <p:nvPicPr>
          <p:cNvPr id="29" name="Arcade 3">
            <a:extLst>
              <a:ext uri="{FF2B5EF4-FFF2-40B4-BE49-F238E27FC236}">
                <a16:creationId xmlns:a16="http://schemas.microsoft.com/office/drawing/2014/main" id="{9C89DD34-20AE-B143-A803-19BC431F1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404" y="4057403"/>
            <a:ext cx="820800" cy="820800"/>
          </a:xfrm>
          <a:prstGeom prst="roundRect">
            <a:avLst>
              <a:gd name="adj" fmla="val 21705"/>
            </a:avLst>
          </a:prstGeom>
        </p:spPr>
      </p:pic>
      <p:pic>
        <p:nvPicPr>
          <p:cNvPr id="30" name="Cloud 3">
            <a:extLst>
              <a:ext uri="{FF2B5EF4-FFF2-40B4-BE49-F238E27FC236}">
                <a16:creationId xmlns:a16="http://schemas.microsoft.com/office/drawing/2014/main" id="{4C872C50-695F-1A43-A6CE-460B827832F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35" t="7306" r="7939" b="8169"/>
          <a:stretch/>
        </p:blipFill>
        <p:spPr>
          <a:xfrm>
            <a:off x="9236477" y="4054424"/>
            <a:ext cx="820800" cy="820800"/>
          </a:xfrm>
          <a:prstGeom prst="roundRect">
            <a:avLst>
              <a:gd name="adj" fmla="val 17948"/>
            </a:avLst>
          </a:prstGeom>
          <a:effectLst>
            <a:outerShdw blurRad="254000" sx="102000" sy="102000" algn="ctr" rotWithShape="0">
              <a:prstClr val="black">
                <a:alpha val="8000"/>
              </a:prstClr>
            </a:outerShdw>
          </a:effectLst>
        </p:spPr>
      </p:pic>
      <p:sp>
        <p:nvSpPr>
          <p:cNvPr id="31" name="Line 1">
            <a:extLst>
              <a:ext uri="{FF2B5EF4-FFF2-40B4-BE49-F238E27FC236}">
                <a16:creationId xmlns:a16="http://schemas.microsoft.com/office/drawing/2014/main" id="{2DBBFC3B-2E80-1043-9CC8-8D708BCCC3AD}"/>
              </a:ext>
            </a:extLst>
          </p:cNvPr>
          <p:cNvSpPr/>
          <p:nvPr/>
        </p:nvSpPr>
        <p:spPr>
          <a:xfrm>
            <a:off x="2163943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1</a:t>
            </a:r>
          </a:p>
        </p:txBody>
      </p:sp>
      <p:sp>
        <p:nvSpPr>
          <p:cNvPr id="32" name="Line 2">
            <a:extLst>
              <a:ext uri="{FF2B5EF4-FFF2-40B4-BE49-F238E27FC236}">
                <a16:creationId xmlns:a16="http://schemas.microsoft.com/office/drawing/2014/main" id="{76B0D02F-601D-124C-A45A-2CA21AFBD7D7}"/>
              </a:ext>
            </a:extLst>
          </p:cNvPr>
          <p:cNvSpPr/>
          <p:nvPr/>
        </p:nvSpPr>
        <p:spPr>
          <a:xfrm>
            <a:off x="5178843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2</a:t>
            </a:r>
          </a:p>
        </p:txBody>
      </p:sp>
      <p:sp>
        <p:nvSpPr>
          <p:cNvPr id="33" name="Line 3">
            <a:extLst>
              <a:ext uri="{FF2B5EF4-FFF2-40B4-BE49-F238E27FC236}">
                <a16:creationId xmlns:a16="http://schemas.microsoft.com/office/drawing/2014/main" id="{0492C3E7-CB83-2640-8BF5-3D48CE7ECEAF}"/>
              </a:ext>
            </a:extLst>
          </p:cNvPr>
          <p:cNvSpPr/>
          <p:nvPr/>
        </p:nvSpPr>
        <p:spPr>
          <a:xfrm>
            <a:off x="8240456" y="2330570"/>
            <a:ext cx="1835999" cy="1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RU" dirty="0">
                <a:noFill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8378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7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6" presetClass="emph" presetSubtype="0" accel="50000" decel="50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7" dur="200" fill="hold"/>
                                        <p:tgtEl>
                                          <p:spTgt spid="24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6" presetClass="emph" presetSubtype="0" accel="50000" decel="50000" autoRev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40" dur="200" fill="hold"/>
                                        <p:tgtEl>
                                          <p:spTgt spid="2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3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39</Words>
  <Application>Microsoft Macintosh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Helvetica Neue Medium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15</cp:revision>
  <dcterms:created xsi:type="dcterms:W3CDTF">2020-09-16T05:15:56Z</dcterms:created>
  <dcterms:modified xsi:type="dcterms:W3CDTF">2020-09-16T06:29:40Z</dcterms:modified>
</cp:coreProperties>
</file>