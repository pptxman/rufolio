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2" r:id="rId3"/>
    <p:sldId id="263" r:id="rId4"/>
    <p:sldId id="270" r:id="rId5"/>
    <p:sldId id="264" r:id="rId6"/>
    <p:sldId id="265" r:id="rId7"/>
    <p:sldId id="271" r:id="rId8"/>
    <p:sldId id="272" r:id="rId9"/>
    <p:sldId id="274" r:id="rId10"/>
    <p:sldId id="273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6967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3935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0900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7869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4836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1804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8771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5738" algn="l" defTabSz="91393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0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3AF1B-BFC5-4B66-8603-05FD9A7F118B}" v="22" dt="2021-07-27T08:53:37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4122"/>
    <p:restoredTop sz="96327"/>
  </p:normalViewPr>
  <p:slideViewPr>
    <p:cSldViewPr snapToGrid="0" snapToObjects="1">
      <p:cViewPr>
        <p:scale>
          <a:sx n="124" d="100"/>
          <a:sy n="124" d="100"/>
        </p:scale>
        <p:origin x="3064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8E3AF1B-BFC5-4B66-8603-05FD9A7F118B}"/>
    <pc:docChg chg="modSld">
      <pc:chgData name="" userId="" providerId="" clId="Web-{B8E3AF1B-BFC5-4B66-8603-05FD9A7F118B}" dt="2021-07-27T08:53:16.291" v="2" actId="1076"/>
      <pc:docMkLst>
        <pc:docMk/>
      </pc:docMkLst>
      <pc:sldChg chg="modSp">
        <pc:chgData name="" userId="" providerId="" clId="Web-{B8E3AF1B-BFC5-4B66-8603-05FD9A7F118B}" dt="2021-07-27T08:53:16.291" v="2" actId="1076"/>
        <pc:sldMkLst>
          <pc:docMk/>
          <pc:sldMk cId="4195960394" sldId="268"/>
        </pc:sldMkLst>
        <pc:spChg chg="mod">
          <ac:chgData name="" userId="" providerId="" clId="Web-{B8E3AF1B-BFC5-4B66-8603-05FD9A7F118B}" dt="2021-07-27T08:53:16.025" v="1" actId="1076"/>
          <ac:spMkLst>
            <pc:docMk/>
            <pc:sldMk cId="4195960394" sldId="268"/>
            <ac:spMk id="95" creationId="{A550CB4B-F210-2944-BA3F-8D3E149AEFA8}"/>
          </ac:spMkLst>
        </pc:spChg>
        <pc:picChg chg="mod">
          <ac:chgData name="" userId="" providerId="" clId="Web-{B8E3AF1B-BFC5-4B66-8603-05FD9A7F118B}" dt="2021-07-27T08:53:16.291" v="2" actId="1076"/>
          <ac:picMkLst>
            <pc:docMk/>
            <pc:sldMk cId="4195960394" sldId="268"/>
            <ac:picMk id="4" creationId="{BDBF6C12-89DC-BE48-802C-F4F936CFDC51}"/>
          </ac:picMkLst>
        </pc:picChg>
      </pc:sldChg>
    </pc:docChg>
  </pc:docChgLst>
  <pc:docChgLst>
    <pc:chgData name="Гельмель Владимир" userId="b4ff794c951754a4" providerId="Windows Live" clId="Web-{B8E3AF1B-BFC5-4B66-8603-05FD9A7F118B}"/>
    <pc:docChg chg="modSld">
      <pc:chgData name="Гельмель Владимир" userId="b4ff794c951754a4" providerId="Windows Live" clId="Web-{B8E3AF1B-BFC5-4B66-8603-05FD9A7F118B}" dt="2021-07-27T08:53:24.666" v="2" actId="1076"/>
      <pc:docMkLst>
        <pc:docMk/>
      </pc:docMkLst>
      <pc:sldChg chg="modSp">
        <pc:chgData name="Гельмель Владимир" userId="b4ff794c951754a4" providerId="Windows Live" clId="Web-{B8E3AF1B-BFC5-4B66-8603-05FD9A7F118B}" dt="2021-07-27T08:53:24.666" v="2" actId="1076"/>
        <pc:sldMkLst>
          <pc:docMk/>
          <pc:sldMk cId="4195960394" sldId="268"/>
        </pc:sldMkLst>
        <pc:spChg chg="mod">
          <ac:chgData name="Гельмель Владимир" userId="b4ff794c951754a4" providerId="Windows Live" clId="Web-{B8E3AF1B-BFC5-4B66-8603-05FD9A7F118B}" dt="2021-07-27T08:53:24.666" v="2" actId="1076"/>
          <ac:spMkLst>
            <pc:docMk/>
            <pc:sldMk cId="4195960394" sldId="268"/>
            <ac:spMk id="95" creationId="{A550CB4B-F210-2944-BA3F-8D3E149AEFA8}"/>
          </ac:spMkLst>
        </pc:spChg>
        <pc:picChg chg="mod">
          <ac:chgData name="Гельмель Владимир" userId="b4ff794c951754a4" providerId="Windows Live" clId="Web-{B8E3AF1B-BFC5-4B66-8603-05FD9A7F118B}" dt="2021-07-27T08:53:18.588" v="0" actId="1076"/>
          <ac:picMkLst>
            <pc:docMk/>
            <pc:sldMk cId="4195960394" sldId="268"/>
            <ac:picMk id="4" creationId="{BDBF6C12-89DC-BE48-802C-F4F936CFDC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716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714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6E987E-BC97-426B-B07B-01D58DA9C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1324799"/>
            <a:ext cx="7620000" cy="1143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9594E-F3FF-4AC2-830B-F256B7DC7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0503" y="-1324796"/>
            <a:ext cx="4381500" cy="11350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3E4A-44D9-48B5-AD53-AEB61309C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" y="7048800"/>
            <a:ext cx="1333500" cy="381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314BD-1082-495A-A42E-F4332D72D11F}" type="datetimeFigureOut">
              <a:rPr lang="ru-RU" smtClean="0"/>
              <a:t>27.07.2021</a:t>
            </a:fld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4AC5A-B30B-476F-82C3-693A3CCB4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1" y="7048800"/>
            <a:ext cx="9144000" cy="381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72C0F-8427-4109-9636-178306F88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58501" y="7048800"/>
            <a:ext cx="1333500" cy="381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60BB2-4DBA-4B96-A733-49638465F5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07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9600" indent="-129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-19001015" y="69670"/>
            <a:ext cx="2026236" cy="12380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16163222" y="1401006"/>
            <a:ext cx="2026236" cy="1213059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-13766864" y="2723129"/>
            <a:ext cx="2026236" cy="1213059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</a:t>
            </a: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макось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-15784850" y="4050540"/>
            <a:ext cx="2026236" cy="812273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-18118147" y="4974121"/>
            <a:ext cx="2026236" cy="803082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-19978478" y="5886768"/>
            <a:ext cx="2026236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</a:t>
            </a: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неоморфизм</a:t>
            </a: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-12557818" y="5886768"/>
            <a:ext cx="2092957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смотрится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-7922981" y="5886768"/>
            <a:ext cx="3487091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-4897177" y="69670"/>
            <a:ext cx="3478105" cy="88799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процессоры делает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-11580363" y="69670"/>
            <a:ext cx="2082794" cy="88799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-10224528" y="1054360"/>
            <a:ext cx="1398688" cy="979615"/>
          </a:xfrm>
          <a:prstGeom prst="roundRect">
            <a:avLst>
              <a:gd name="adj" fmla="val 329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-6693053" y="2128610"/>
            <a:ext cx="1398688" cy="1815432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на весь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-9783094" y="4050539"/>
            <a:ext cx="1398688" cy="1720787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550CB4B-F210-2944-BA3F-8D3E149AEFA8}"/>
              </a:ext>
            </a:extLst>
          </p:cNvPr>
          <p:cNvSpPr/>
          <p:nvPr/>
        </p:nvSpPr>
        <p:spPr>
          <a:xfrm>
            <a:off x="0" y="8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67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14819657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22125894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</a:t>
            </a:r>
            <a:r>
              <a:rPr lang="en-US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pptxmen</a:t>
            </a:r>
            <a:b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  <a:p>
            <a:pPr>
              <a:lnSpc>
                <a:spcPct val="90000"/>
              </a:lnSpc>
            </a:pP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17688957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19517758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24364599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9855661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15923220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13410932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10" y="1453399"/>
            <a:ext cx="3934164" cy="3934164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F514CEE-B12E-C547-828E-4702A0A66476}"/>
              </a:ext>
            </a:extLst>
          </p:cNvPr>
          <p:cNvSpPr/>
          <p:nvPr/>
        </p:nvSpPr>
        <p:spPr>
          <a:xfrm>
            <a:off x="-7922981" y="5886768"/>
            <a:ext cx="3487091" cy="846900"/>
          </a:xfrm>
          <a:prstGeom prst="roundRect">
            <a:avLst>
              <a:gd name="adj" fmla="val 4711"/>
            </a:avLst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</p:spTree>
    <p:extLst>
      <p:ext uri="{BB962C8B-B14F-4D97-AF65-F5344CB8AC3E}">
        <p14:creationId xmlns:p14="http://schemas.microsoft.com/office/powerpoint/2010/main" val="41959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350"/>
    </mc:Choice>
    <mc:Fallback xmlns="">
      <p:transition advClick="0" advTm="135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69670"/>
            <a:ext cx="2026236" cy="12380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1401006"/>
            <a:ext cx="2026236" cy="1213059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2723129"/>
            <a:ext cx="2026236" cy="1213059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</a:t>
            </a: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макось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4050540"/>
            <a:ext cx="2026236" cy="812273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974121"/>
            <a:ext cx="2026236" cy="803082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</a:t>
            </a: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неоморфизм</a:t>
            </a: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смотрится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процессоры делает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054360"/>
            <a:ext cx="1398688" cy="979615"/>
          </a:xfrm>
          <a:prstGeom prst="roundRect">
            <a:avLst>
              <a:gd name="adj" fmla="val 329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2128610"/>
            <a:ext cx="1398688" cy="1815432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на весь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4050539"/>
            <a:ext cx="1398688" cy="1720787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550CB4B-F210-2944-BA3F-8D3E149AEFA8}"/>
              </a:ext>
            </a:extLst>
          </p:cNvPr>
          <p:cNvSpPr/>
          <p:nvPr/>
        </p:nvSpPr>
        <p:spPr>
          <a:xfrm>
            <a:off x="0" y="8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67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</a:t>
            </a:r>
            <a:r>
              <a:rPr lang="en-US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pptxmen</a:t>
            </a:r>
            <a:b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  <a:p>
            <a:pPr>
              <a:lnSpc>
                <a:spcPct val="90000"/>
              </a:lnSpc>
            </a:pP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F514CEE-B12E-C547-828E-4702A0A66476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</p:spTree>
    <p:extLst>
      <p:ext uri="{BB962C8B-B14F-4D97-AF65-F5344CB8AC3E}">
        <p14:creationId xmlns:p14="http://schemas.microsoft.com/office/powerpoint/2010/main" val="2941852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841073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181238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</a:t>
            </a: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макось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3139797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</a:t>
            </a: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неоморфизм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смотрится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процессоры делает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-841073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1217867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на весь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</a:t>
            </a:r>
            <a:r>
              <a:rPr lang="en-US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pptxmen</a:t>
            </a:r>
            <a:b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490263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43617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A577580-3EBA-9C4F-A305-BDCE260E39BD}"/>
              </a:ext>
            </a:extLst>
          </p:cNvPr>
          <p:cNvSpPr/>
          <p:nvPr/>
        </p:nvSpPr>
        <p:spPr>
          <a:xfrm>
            <a:off x="12686448" y="2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3715175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060174"/>
            <a:ext cx="3509138" cy="1717037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2400" b="1" dirty="0" err="1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14417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841073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181238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макось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3139797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неоморфизм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смотрится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</a:t>
            </a: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процессоры делает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-841073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1536891" y="1059756"/>
            <a:ext cx="2076676" cy="2347417"/>
          </a:xfrm>
          <a:prstGeom prst="roundRect">
            <a:avLst>
              <a:gd name="adj" fmla="val 2730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2400" b="1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</a:t>
            </a:r>
            <a:r>
              <a:rPr lang="ru-RU" sz="2400" b="1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 весь</a:t>
            </a:r>
            <a:br>
              <a:rPr lang="ru-RU" sz="2400" b="1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  <a:endParaRPr lang="ru-RU" sz="2400" b="1" dirty="0">
              <a:solidFill>
                <a:schemeClr val="bg1"/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@pptxmen</a:t>
            </a:r>
            <a:b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490263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43617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A577580-3EBA-9C4F-A305-BDCE260E39BD}"/>
              </a:ext>
            </a:extLst>
          </p:cNvPr>
          <p:cNvSpPr/>
          <p:nvPr/>
        </p:nvSpPr>
        <p:spPr>
          <a:xfrm>
            <a:off x="12686448" y="2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3715175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060174"/>
            <a:ext cx="3509138" cy="1717037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2400" b="1" dirty="0" err="1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solidFill>
                  <a:schemeClr val="bg1"/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186414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69670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140100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2723129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макось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4050540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974121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неоморфизм,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смотрится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процессоры делает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054360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2128610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на весь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6891604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5065002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@pptxmen</a:t>
            </a:r>
            <a:b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5065010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3584047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2273200" y="1674026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2273200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9" y="1064161"/>
            <a:ext cx="3570969" cy="2413401"/>
          </a:xfrm>
          <a:prstGeom prst="roundRect">
            <a:avLst>
              <a:gd name="adj" fmla="val 2723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24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2431720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06B3BB1-86C5-F84F-9E56-469AD301191D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515486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2076237" y="1401000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4198821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макось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5526232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6925290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7837937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неоморфизм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1" y="7837937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смотрится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</a:t>
            </a: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процессоры делает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84636" y="1054360"/>
            <a:ext cx="3528939" cy="2471603"/>
          </a:xfrm>
          <a:prstGeom prst="roundRect">
            <a:avLst>
              <a:gd name="adj" fmla="val 2134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3604302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</a:t>
            </a: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 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весь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5526231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@pptxmen</a:t>
            </a:r>
            <a:b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2877201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06B3BB1-86C5-F84F-9E56-469AD301191D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515486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2076237" y="1401000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4198821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макось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5526232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6925290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7837937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неоморфизм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1" y="7837937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смотрится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</a:t>
            </a: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процессоры делает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84636" y="1054360"/>
            <a:ext cx="3528939" cy="2471603"/>
          </a:xfrm>
          <a:prstGeom prst="roundRect">
            <a:avLst>
              <a:gd name="adj" fmla="val 2134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3604302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</a:t>
            </a: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 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весь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5526231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  <a:endParaRPr lang="en-US" sz="24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@pptxmen</a:t>
            </a:r>
            <a:b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2500312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06B3BB1-86C5-F84F-9E56-469AD301191D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-515486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2076237" y="1401000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4198821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макось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39" y="5526232"/>
            <a:ext cx="3046017" cy="1221081"/>
          </a:xfrm>
          <a:prstGeom prst="roundRect">
            <a:avLst>
              <a:gd name="adj" fmla="val 4711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24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6925290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7837937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неоморфизм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1" y="7837937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смотрится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</a:t>
            </a: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процессоры делает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84636" y="1054360"/>
            <a:ext cx="3528939" cy="2471603"/>
          </a:xfrm>
          <a:prstGeom prst="roundRect">
            <a:avLst>
              <a:gd name="adj" fmla="val 2134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3604302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</a:t>
            </a: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 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весь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3693869" y="5526231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  <a:endParaRPr lang="en-US" sz="24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@pptxmen</a:t>
            </a:r>
            <a:b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1674032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69670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69670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1771037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69670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140100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2723129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макось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4050540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974121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неоморфизм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смотрится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процессоры делает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054360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2128610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на весь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5886768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10692906" y="4060166"/>
            <a:ext cx="1407661" cy="2673502"/>
          </a:xfrm>
          <a:prstGeom prst="roundRect">
            <a:avLst>
              <a:gd name="adj" fmla="val 175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@pptxmen</a:t>
            </a:r>
            <a:b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6D6EA8F2-4068-514B-A157-88F0F73D5497}"/>
              </a:ext>
            </a:extLst>
          </p:cNvPr>
          <p:cNvSpPr/>
          <p:nvPr/>
        </p:nvSpPr>
        <p:spPr>
          <a:xfrm>
            <a:off x="8526202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6206887" y="2579211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8537780" y="1071644"/>
            <a:ext cx="3562787" cy="2878522"/>
          </a:xfrm>
          <a:prstGeom prst="roundRect">
            <a:avLst>
              <a:gd name="adj" fmla="val 3235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6" y="-1575892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6343283" y="1064161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андроиде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9" y="-1575892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F514CEE-B12E-C547-828E-4702A0A66476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</p:spTree>
    <p:extLst>
      <p:ext uri="{BB962C8B-B14F-4D97-AF65-F5344CB8AC3E}">
        <p14:creationId xmlns:p14="http://schemas.microsoft.com/office/powerpoint/2010/main" val="4492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E3BAC86A-C6CE-3948-AECB-54D8CBC232DD}"/>
              </a:ext>
            </a:extLst>
          </p:cNvPr>
          <p:cNvSpPr/>
          <p:nvPr/>
        </p:nvSpPr>
        <p:spPr>
          <a:xfrm>
            <a:off x="6338413" y="4060174"/>
            <a:ext cx="2062424" cy="1738069"/>
          </a:xfrm>
          <a:prstGeom prst="roundRect">
            <a:avLst>
              <a:gd name="adj" fmla="val 2718"/>
            </a:avLst>
          </a:prstGeom>
          <a:noFill/>
          <a:ln w="5080">
            <a:noFill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Черное зеркало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напомнило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91440" y="69670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91440" y="140100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91440" y="2723129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макось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91440" y="4050540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91440" y="4974121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91440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неоморфизм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2214887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смотрится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4390303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4389128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</a:t>
            </a: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процессоры делает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2214879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2214879" y="1054360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  <a:endParaRPr lang="en-US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2214879" y="2128610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</a:t>
            </a: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 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весь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2214879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116B445-569A-4D45-96C1-58166D764B5D}"/>
              </a:ext>
            </a:extLst>
          </p:cNvPr>
          <p:cNvSpPr/>
          <p:nvPr/>
        </p:nvSpPr>
        <p:spPr>
          <a:xfrm>
            <a:off x="7958666" y="8731576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2B6CE06-D088-E247-8DB9-DFCCD1033F4B}"/>
              </a:ext>
            </a:extLst>
          </p:cNvPr>
          <p:cNvSpPr/>
          <p:nvPr/>
        </p:nvSpPr>
        <p:spPr>
          <a:xfrm>
            <a:off x="8526210" y="3070217"/>
            <a:ext cx="3574357" cy="3663459"/>
          </a:xfrm>
          <a:prstGeom prst="roundRect">
            <a:avLst>
              <a:gd name="adj" fmla="val 1915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</a:t>
            </a:r>
            <a:r>
              <a:rPr lang="en-US" sz="24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pptxmen</a:t>
            </a:r>
            <a:b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F6FF9C5-FBE8-0F40-BC21-D09D70127C5D}"/>
              </a:ext>
            </a:extLst>
          </p:cNvPr>
          <p:cNvSpPr/>
          <p:nvPr/>
        </p:nvSpPr>
        <p:spPr>
          <a:xfrm>
            <a:off x="8526202" y="1607805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F71F4AF2-B5B0-2543-BFC1-4AF80AAD7033}"/>
              </a:ext>
            </a:extLst>
          </p:cNvPr>
          <p:cNvSpPr/>
          <p:nvPr/>
        </p:nvSpPr>
        <p:spPr>
          <a:xfrm>
            <a:off x="10692906" y="702626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606DBCDD-946C-B04F-A812-23394239DABB}"/>
              </a:ext>
            </a:extLst>
          </p:cNvPr>
          <p:cNvSpPr/>
          <p:nvPr/>
        </p:nvSpPr>
        <p:spPr>
          <a:xfrm>
            <a:off x="10692900" y="-901736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91A84D49-E1E0-7F4B-99F6-C7F6BD36F845}"/>
              </a:ext>
            </a:extLst>
          </p:cNvPr>
          <p:cNvSpPr/>
          <p:nvPr/>
        </p:nvSpPr>
        <p:spPr>
          <a:xfrm>
            <a:off x="8526202" y="92755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6CEAB81-112A-F94E-8710-9E0F4102FDE7}"/>
              </a:ext>
            </a:extLst>
          </p:cNvPr>
          <p:cNvSpPr/>
          <p:nvPr/>
        </p:nvSpPr>
        <p:spPr>
          <a:xfrm>
            <a:off x="7968833" y="-901736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92" y="1062481"/>
            <a:ext cx="4716000" cy="4716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</p:spTree>
    <p:extLst>
      <p:ext uri="{BB962C8B-B14F-4D97-AF65-F5344CB8AC3E}">
        <p14:creationId xmlns:p14="http://schemas.microsoft.com/office/powerpoint/2010/main" val="1587027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859297B-8F89-F541-8D2D-E9C0EBB7CB92}"/>
              </a:ext>
            </a:extLst>
          </p:cNvPr>
          <p:cNvSpPr/>
          <p:nvPr/>
        </p:nvSpPr>
        <p:spPr>
          <a:xfrm>
            <a:off x="-19001015" y="69670"/>
            <a:ext cx="2026236" cy="12380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Где скачать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новые обои?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1584ED1-6BE5-6E4F-BAAD-60258F0E41DD}"/>
              </a:ext>
            </a:extLst>
          </p:cNvPr>
          <p:cNvSpPr/>
          <p:nvPr/>
        </p:nvSpPr>
        <p:spPr>
          <a:xfrm>
            <a:off x="-16163222" y="1401006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Контроль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мытья рук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E8678C38-13C1-EC47-A45D-113F9DB8911C}"/>
              </a:ext>
            </a:extLst>
          </p:cNvPr>
          <p:cNvSpPr/>
          <p:nvPr/>
        </p:nvSpPr>
        <p:spPr>
          <a:xfrm>
            <a:off x="-13766864" y="2723129"/>
            <a:ext cx="2026236" cy="1213059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Новая макось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секси</a:t>
            </a: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E94784C-60BC-5C4D-839A-9823A385FD0A}"/>
              </a:ext>
            </a:extLst>
          </p:cNvPr>
          <p:cNvSpPr/>
          <p:nvPr/>
        </p:nvSpPr>
        <p:spPr>
          <a:xfrm>
            <a:off x="-15784850" y="4050540"/>
            <a:ext cx="2026236" cy="812273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Game changing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E129B962-937B-E346-846F-4D56E9A62CC8}"/>
              </a:ext>
            </a:extLst>
          </p:cNvPr>
          <p:cNvSpPr/>
          <p:nvPr/>
        </p:nvSpPr>
        <p:spPr>
          <a:xfrm>
            <a:off x="-18118147" y="4974121"/>
            <a:ext cx="2026236" cy="803082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Виджеты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завезли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F0B4FC99-87AA-5D4B-907A-DF72D3934EAD}"/>
              </a:ext>
            </a:extLst>
          </p:cNvPr>
          <p:cNvSpPr/>
          <p:nvPr/>
        </p:nvSpPr>
        <p:spPr>
          <a:xfrm>
            <a:off x="-19978478" y="5886768"/>
            <a:ext cx="2026236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Это неоморфизм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,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господи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20BB903-AB06-2344-AC25-7E044811C3EA}"/>
              </a:ext>
            </a:extLst>
          </p:cNvPr>
          <p:cNvSpPr/>
          <p:nvPr/>
        </p:nvSpPr>
        <p:spPr>
          <a:xfrm>
            <a:off x="-12557818" y="5886768"/>
            <a:ext cx="2092957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Вообще смотрится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симпатично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0A70757-B1DF-EC41-A915-8F088A7EB3CA}"/>
              </a:ext>
            </a:extLst>
          </p:cNvPr>
          <p:cNvSpPr/>
          <p:nvPr/>
        </p:nvSpPr>
        <p:spPr>
          <a:xfrm>
            <a:off x="-7922981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D8028873-6C90-1447-B8C3-5EBDAE0EDDA8}"/>
              </a:ext>
            </a:extLst>
          </p:cNvPr>
          <p:cNvSpPr/>
          <p:nvPr/>
        </p:nvSpPr>
        <p:spPr>
          <a:xfrm>
            <a:off x="-4897177" y="69670"/>
            <a:ext cx="347810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 теперь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процессоры делает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C88CC27-8A54-9641-AD30-A9F22F36448A}"/>
              </a:ext>
            </a:extLst>
          </p:cNvPr>
          <p:cNvSpPr/>
          <p:nvPr/>
        </p:nvSpPr>
        <p:spPr>
          <a:xfrm>
            <a:off x="-11580363" y="69670"/>
            <a:ext cx="2082794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Big Sur</a:t>
            </a:r>
            <a:b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is watching you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B7A43892-8ED3-5D49-884D-7CC0502468E5}"/>
              </a:ext>
            </a:extLst>
          </p:cNvPr>
          <p:cNvSpPr/>
          <p:nvPr/>
        </p:nvSpPr>
        <p:spPr>
          <a:xfrm>
            <a:off x="-10224528" y="1054360"/>
            <a:ext cx="1398688" cy="979615"/>
          </a:xfrm>
          <a:prstGeom prst="roundRect">
            <a:avLst>
              <a:gd name="adj" fmla="val 3297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734A6E7B-7136-F44E-AC9E-1EAF21203A7D}"/>
              </a:ext>
            </a:extLst>
          </p:cNvPr>
          <p:cNvSpPr/>
          <p:nvPr/>
        </p:nvSpPr>
        <p:spPr>
          <a:xfrm>
            <a:off x="-6693053" y="2128610"/>
            <a:ext cx="1398688" cy="1815432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Звонилка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не на весь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экран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2E0F8EA-6EE6-104F-929A-9F6D6F435F46}"/>
              </a:ext>
            </a:extLst>
          </p:cNvPr>
          <p:cNvSpPr/>
          <p:nvPr/>
        </p:nvSpPr>
        <p:spPr>
          <a:xfrm>
            <a:off x="-9783094" y="4050539"/>
            <a:ext cx="1398688" cy="1720787"/>
          </a:xfrm>
          <a:prstGeom prst="roundRect">
            <a:avLst>
              <a:gd name="adj" fmla="val 273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Amazing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550CB4B-F210-2944-BA3F-8D3E149AEFA8}"/>
              </a:ext>
            </a:extLst>
          </p:cNvPr>
          <p:cNvSpPr/>
          <p:nvPr/>
        </p:nvSpPr>
        <p:spPr>
          <a:xfrm>
            <a:off x="0" y="8"/>
            <a:ext cx="12192000" cy="6857999"/>
          </a:xfrm>
          <a:prstGeom prst="rect">
            <a:avLst/>
          </a:prstGeom>
          <a:gradFill>
            <a:gsLst>
              <a:gs pos="35000">
                <a:schemeClr val="tx1">
                  <a:alpha val="0"/>
                </a:schemeClr>
              </a:gs>
              <a:gs pos="53000">
                <a:schemeClr val="tx1">
                  <a:alpha val="67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grpSp>
        <p:nvGrpSpPr>
          <p:cNvPr id="94" name="Group 93" hidden="1">
            <a:extLst>
              <a:ext uri="{FF2B5EF4-FFF2-40B4-BE49-F238E27FC236}">
                <a16:creationId xmlns:a16="http://schemas.microsoft.com/office/drawing/2014/main" id="{EF071418-FA26-CC4C-B1D9-96950CEB91D4}"/>
              </a:ext>
            </a:extLst>
          </p:cNvPr>
          <p:cNvGrpSpPr/>
          <p:nvPr/>
        </p:nvGrpSpPr>
        <p:grpSpPr>
          <a:xfrm>
            <a:off x="0" y="-298027"/>
            <a:ext cx="12192000" cy="7342294"/>
            <a:chOff x="0" y="-298027"/>
            <a:chExt cx="12192000" cy="73422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D24E8-DFA5-C04B-AB0C-2D9883A7F929}"/>
                </a:ext>
              </a:extLst>
            </p:cNvPr>
            <p:cNvGrpSpPr/>
            <p:nvPr/>
          </p:nvGrpSpPr>
          <p:grpSpPr>
            <a:xfrm>
              <a:off x="2133600" y="-298027"/>
              <a:ext cx="81280" cy="7342294"/>
              <a:chOff x="2133600" y="-298027"/>
              <a:chExt cx="81280" cy="7342294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E7D432A5-6707-0142-B1B5-AD6E994E5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129074A-05DF-FE4E-BE62-CA5537333B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4880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4198B4-A4C8-AF46-BF49-19346073AAC2}"/>
                </a:ext>
              </a:extLst>
            </p:cNvPr>
            <p:cNvGrpSpPr/>
            <p:nvPr/>
          </p:nvGrpSpPr>
          <p:grpSpPr>
            <a:xfrm>
              <a:off x="0" y="-298027"/>
              <a:ext cx="81280" cy="7342294"/>
              <a:chOff x="575733" y="-298027"/>
              <a:chExt cx="81280" cy="7342294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805878B-1E4C-FF4E-89B5-5A7E5059F0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AFBF32C-D8AC-5140-B0C2-0369E9822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712C2-C25F-6E4E-A429-D5ACF54C72B9}"/>
                </a:ext>
              </a:extLst>
            </p:cNvPr>
            <p:cNvGrpSpPr/>
            <p:nvPr/>
          </p:nvGrpSpPr>
          <p:grpSpPr>
            <a:xfrm>
              <a:off x="12110720" y="-298027"/>
              <a:ext cx="81280" cy="7342294"/>
              <a:chOff x="575733" y="-298027"/>
              <a:chExt cx="81280" cy="734229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B4FD9A4-9A5A-E04A-9BEC-3044CA606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D572ED3-4146-6E4F-8099-EF7857FE5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2DEC08-12D7-4241-BCD7-0D18FB6F1296}"/>
                </a:ext>
              </a:extLst>
            </p:cNvPr>
            <p:cNvGrpSpPr/>
            <p:nvPr/>
          </p:nvGrpSpPr>
          <p:grpSpPr>
            <a:xfrm rot="5400000">
              <a:off x="6054600" y="-5898600"/>
              <a:ext cx="82800" cy="11880000"/>
              <a:chOff x="575733" y="-298027"/>
              <a:chExt cx="81280" cy="7342294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7110438-7512-E343-8EAE-167F9EB52D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76BE077-3DFD-994F-9FAD-EEB76A005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02AA99-D0FD-0141-8137-C0D9D77261B1}"/>
                </a:ext>
              </a:extLst>
            </p:cNvPr>
            <p:cNvGrpSpPr/>
            <p:nvPr/>
          </p:nvGrpSpPr>
          <p:grpSpPr>
            <a:xfrm rot="5400000">
              <a:off x="6054600" y="876599"/>
              <a:ext cx="82800" cy="11880000"/>
              <a:chOff x="575733" y="-298027"/>
              <a:chExt cx="81280" cy="7342294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650D3B4-6C9F-2746-B2B9-59FDA3B97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74319A9-253B-544C-9CE3-F5F9BF17A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A9B9C8-3108-AA41-B5E8-125347ACBDA5}"/>
                </a:ext>
              </a:extLst>
            </p:cNvPr>
            <p:cNvGrpSpPr/>
            <p:nvPr/>
          </p:nvGrpSpPr>
          <p:grpSpPr>
            <a:xfrm>
              <a:off x="3623733" y="1097279"/>
              <a:ext cx="81280" cy="4742047"/>
              <a:chOff x="3623733" y="-298027"/>
              <a:chExt cx="81280" cy="734229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2CC0D13-BF43-E94E-8FE3-3B6A3BE70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2A6AC6-1EAA-C445-A900-5AF3EC7F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A864F6-519A-7744-8233-3863DD7E6584}"/>
                </a:ext>
              </a:extLst>
            </p:cNvPr>
            <p:cNvGrpSpPr/>
            <p:nvPr/>
          </p:nvGrpSpPr>
          <p:grpSpPr>
            <a:xfrm>
              <a:off x="4307840" y="-298026"/>
              <a:ext cx="81280" cy="1411348"/>
              <a:chOff x="3623733" y="-298027"/>
              <a:chExt cx="81280" cy="734229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BE0B335-DD91-6243-8534-82C7A3C56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6927547-0B79-FE4D-908A-796E836A2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6A3D4-3707-214A-8C0B-077CF2F4234F}"/>
                </a:ext>
              </a:extLst>
            </p:cNvPr>
            <p:cNvGrpSpPr/>
            <p:nvPr/>
          </p:nvGrpSpPr>
          <p:grpSpPr>
            <a:xfrm>
              <a:off x="7877386" y="-298026"/>
              <a:ext cx="81280" cy="1395306"/>
              <a:chOff x="3623733" y="-298027"/>
              <a:chExt cx="81280" cy="7342294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80A021-D009-9844-BABB-EAD4BC087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C091E71-FD90-2742-A4CA-CF0FD97AD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B0F6960-ED1D-2441-AA8D-93470BA61B28}"/>
                </a:ext>
              </a:extLst>
            </p:cNvPr>
            <p:cNvGrpSpPr/>
            <p:nvPr/>
          </p:nvGrpSpPr>
          <p:grpSpPr>
            <a:xfrm>
              <a:off x="8446346" y="1078029"/>
              <a:ext cx="81280" cy="4806215"/>
              <a:chOff x="3623733" y="-298027"/>
              <a:chExt cx="81280" cy="7342294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AFC694A-B1AC-4B4A-A481-52C733B94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F78CDC7-04A1-CC4B-B378-5A3E9C7E57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EE7C241-DEE5-2D4A-B52C-A021AF6C1CE5}"/>
                </a:ext>
              </a:extLst>
            </p:cNvPr>
            <p:cNvGrpSpPr/>
            <p:nvPr/>
          </p:nvGrpSpPr>
          <p:grpSpPr>
            <a:xfrm>
              <a:off x="10593493" y="-298027"/>
              <a:ext cx="81280" cy="7342294"/>
              <a:chOff x="3623733" y="-298027"/>
              <a:chExt cx="81280" cy="7342294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3E869AD-117A-3248-BF13-A9859ABF6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0628C7F-8F75-284F-A152-16783A87D1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AFBED92-6732-F447-99BD-7E35F8588F02}"/>
                </a:ext>
              </a:extLst>
            </p:cNvPr>
            <p:cNvGrpSpPr/>
            <p:nvPr/>
          </p:nvGrpSpPr>
          <p:grpSpPr>
            <a:xfrm rot="5400000">
              <a:off x="6315858" y="-3183231"/>
              <a:ext cx="82800" cy="8440619"/>
              <a:chOff x="575733" y="-298027"/>
              <a:chExt cx="81280" cy="73422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A429A78-A03B-064A-A9F2-4A26D606A4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6DFC196-9CBE-CB4F-8E86-C2F3DA98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F67FAE2-4460-F444-999D-4A16331C09DA}"/>
                </a:ext>
              </a:extLst>
            </p:cNvPr>
            <p:cNvGrpSpPr/>
            <p:nvPr/>
          </p:nvGrpSpPr>
          <p:grpSpPr>
            <a:xfrm rot="5400000">
              <a:off x="1101726" y="385272"/>
              <a:ext cx="82800" cy="1974250"/>
              <a:chOff x="575733" y="-298027"/>
              <a:chExt cx="81280" cy="7342294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EDEE4420-3EBF-0F49-9080-0CB5CB92E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B3A224-8983-5843-862A-288289C026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67F3D0-12AF-FB4C-88CA-7D45AB14AD6F}"/>
                </a:ext>
              </a:extLst>
            </p:cNvPr>
            <p:cNvGrpSpPr/>
            <p:nvPr/>
          </p:nvGrpSpPr>
          <p:grpSpPr>
            <a:xfrm rot="5400000">
              <a:off x="2867411" y="1392345"/>
              <a:ext cx="82800" cy="1429844"/>
              <a:chOff x="575733" y="-298027"/>
              <a:chExt cx="81280" cy="7342294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0A80A8C-A6AC-5948-A0D8-9F98D8B077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7B9EFF0-F3C6-BC46-A35D-BDB94337B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0197C2A-5ACD-B046-8105-FA2869DADC80}"/>
                </a:ext>
              </a:extLst>
            </p:cNvPr>
            <p:cNvGrpSpPr/>
            <p:nvPr/>
          </p:nvGrpSpPr>
          <p:grpSpPr>
            <a:xfrm rot="5400000">
              <a:off x="1156991" y="1654156"/>
              <a:ext cx="82800" cy="2084781"/>
              <a:chOff x="575733" y="-298027"/>
              <a:chExt cx="81280" cy="7342294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8947F15-3C7C-FF4E-9299-CDC402007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51FE53D-318C-274A-946A-F45A7F9D69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B723AC-D086-1F44-947A-7BD71C5F7C67}"/>
                </a:ext>
              </a:extLst>
            </p:cNvPr>
            <p:cNvGrpSpPr/>
            <p:nvPr/>
          </p:nvGrpSpPr>
          <p:grpSpPr>
            <a:xfrm rot="5400000">
              <a:off x="1848467" y="2283480"/>
              <a:ext cx="82800" cy="3467733"/>
              <a:chOff x="575733" y="-298027"/>
              <a:chExt cx="81280" cy="7342294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737296F-C3B3-A04C-8277-064C0B6B1E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644ABE3F-4668-3142-8EC4-AEFEEC6DE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EB71434-68D8-7147-9428-6EBF1B8BE801}"/>
                </a:ext>
              </a:extLst>
            </p:cNvPr>
            <p:cNvGrpSpPr/>
            <p:nvPr/>
          </p:nvGrpSpPr>
          <p:grpSpPr>
            <a:xfrm rot="5400000">
              <a:off x="1093352" y="3966543"/>
              <a:ext cx="82800" cy="1957502"/>
              <a:chOff x="575733" y="-298027"/>
              <a:chExt cx="81280" cy="7342294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8AC4B25-A849-C542-91EF-8D6656F14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6F881E2-B067-AF4E-88FD-2F17A0C84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844B612-4A7F-4F45-B53B-9FBBB5DE46B4}"/>
                </a:ext>
              </a:extLst>
            </p:cNvPr>
            <p:cNvGrpSpPr/>
            <p:nvPr/>
          </p:nvGrpSpPr>
          <p:grpSpPr>
            <a:xfrm rot="5400000">
              <a:off x="5317009" y="657285"/>
              <a:ext cx="82800" cy="10404817"/>
              <a:chOff x="575733" y="-298027"/>
              <a:chExt cx="81280" cy="7342294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6B9943A-6A23-0A47-8A15-77454DBDB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667A683-878A-7841-995A-A52D564567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D4FD275-6867-8349-B4EB-A3D762AFF21E}"/>
                </a:ext>
              </a:extLst>
            </p:cNvPr>
            <p:cNvGrpSpPr/>
            <p:nvPr/>
          </p:nvGrpSpPr>
          <p:grpSpPr>
            <a:xfrm rot="5400000">
              <a:off x="10275292" y="2283482"/>
              <a:ext cx="82800" cy="3467733"/>
              <a:chOff x="575733" y="-298027"/>
              <a:chExt cx="81280" cy="7342294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7008B9D-9C43-9248-882F-73C96F8D8C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425BEDF-E3B0-474D-AACA-BCD2248BC7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F04B014-4461-7D40-9097-1C791AB49D39}"/>
                </a:ext>
              </a:extLst>
            </p:cNvPr>
            <p:cNvGrpSpPr/>
            <p:nvPr/>
          </p:nvGrpSpPr>
          <p:grpSpPr>
            <a:xfrm rot="5400000">
              <a:off x="9544325" y="1522315"/>
              <a:ext cx="82800" cy="2005799"/>
              <a:chOff x="575733" y="-298027"/>
              <a:chExt cx="81280" cy="734229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A4612C4-3739-984E-BAA5-25FA3E4514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2C45CA9-7D16-5849-B7AC-E4CFAC124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2576580-3734-924B-B2C3-49C5BBD5FE9D}"/>
                </a:ext>
              </a:extLst>
            </p:cNvPr>
            <p:cNvGrpSpPr/>
            <p:nvPr/>
          </p:nvGrpSpPr>
          <p:grpSpPr>
            <a:xfrm rot="5400000">
              <a:off x="11319535" y="966913"/>
              <a:ext cx="82800" cy="1379246"/>
              <a:chOff x="575733" y="-298027"/>
              <a:chExt cx="81280" cy="7342294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F07CBC7-7DA8-3449-8BD4-755C7BF97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F56B23C-F24C-5643-A364-1F75AC0E1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7C63A94-7998-E54B-A20F-26EF50B42965}"/>
                </a:ext>
              </a:extLst>
            </p:cNvPr>
            <p:cNvGrpSpPr/>
            <p:nvPr/>
          </p:nvGrpSpPr>
          <p:grpSpPr>
            <a:xfrm>
              <a:off x="4307840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D414CBD8-D98D-BF49-BE74-0DAE06A6CE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81E24B0-AF43-274F-8C96-7A6DAFB8D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1E40BC0-064C-D54F-BE97-2EF827B6844B}"/>
                </a:ext>
              </a:extLst>
            </p:cNvPr>
            <p:cNvGrpSpPr/>
            <p:nvPr/>
          </p:nvGrpSpPr>
          <p:grpSpPr>
            <a:xfrm>
              <a:off x="7878813" y="5881036"/>
              <a:ext cx="81280" cy="1160022"/>
              <a:chOff x="3623733" y="-298027"/>
              <a:chExt cx="81280" cy="7342294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80E098-6791-8746-9635-B145D866A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373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6CF6ADB2-2D67-954C-BFF7-0EBFAE3F62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5013" y="-298027"/>
                <a:ext cx="0" cy="7342294"/>
              </a:xfrm>
              <a:prstGeom prst="line">
                <a:avLst/>
              </a:prstGeom>
              <a:ln w="12700" cap="sq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DBF6C12-89DC-BE48-802C-F4F936CFD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110" y="1453399"/>
            <a:ext cx="3934164" cy="3934164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6350" h="38100"/>
          </a:sp3d>
        </p:spPr>
      </p:pic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F514CEE-B12E-C547-828E-4702A0A66476}"/>
              </a:ext>
            </a:extLst>
          </p:cNvPr>
          <p:cNvSpPr/>
          <p:nvPr/>
        </p:nvSpPr>
        <p:spPr>
          <a:xfrm>
            <a:off x="-7922981" y="5886768"/>
            <a:ext cx="3487091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Хакинтошники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напряглись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FF65B6A8-EA8F-854F-AEB9-028F73236479}"/>
              </a:ext>
            </a:extLst>
          </p:cNvPr>
          <p:cNvSpPr/>
          <p:nvPr/>
        </p:nvSpPr>
        <p:spPr>
          <a:xfrm>
            <a:off x="13407534" y="-901736"/>
            <a:ext cx="2619795" cy="88799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— инновации</a:t>
            </a:r>
          </a:p>
          <a:p>
            <a:pPr>
              <a:lnSpc>
                <a:spcPct val="90000"/>
              </a:lnSpc>
            </a:pPr>
            <a:endParaRPr lang="ru-RU" sz="1300" b="1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  <a:ea typeface="Helvetica Neue Medium" panose="02000503000000020004" pitchFamily="2" charset="0"/>
              <a:cs typeface="Helvetica Neue Medium" panose="02000503000000020004" pitchFamily="2" charset="0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C98CE2E4-49AD-0F45-8AFF-1C7F631F4746}"/>
              </a:ext>
            </a:extLst>
          </p:cNvPr>
          <p:cNvSpPr/>
          <p:nvPr/>
        </p:nvSpPr>
        <p:spPr>
          <a:xfrm>
            <a:off x="16555704" y="92755"/>
            <a:ext cx="2062424" cy="1393867"/>
          </a:xfrm>
          <a:prstGeom prst="roundRect">
            <a:avLst>
              <a:gd name="adj" fmla="val 2723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В </a:t>
            </a:r>
            <a:r>
              <a:rPr lang="ru-RU" sz="13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андроиде</a:t>
            </a: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 это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уже было давно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EDFC612B-87E5-1147-B221-3CE9701D8D77}"/>
              </a:ext>
            </a:extLst>
          </p:cNvPr>
          <p:cNvSpPr/>
          <p:nvPr/>
        </p:nvSpPr>
        <p:spPr>
          <a:xfrm>
            <a:off x="19506722" y="1607805"/>
            <a:ext cx="2062424" cy="1370948"/>
          </a:xfrm>
          <a:prstGeom prst="roundRect">
            <a:avLst>
              <a:gd name="adj" fmla="val 269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Looks amazing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517E7E6B-BAD9-0149-9526-C3E435CA60C3}"/>
              </a:ext>
            </a:extLst>
          </p:cNvPr>
          <p:cNvSpPr/>
          <p:nvPr/>
        </p:nvSpPr>
        <p:spPr>
          <a:xfrm>
            <a:off x="7958666" y="8731576"/>
            <a:ext cx="2629960" cy="846900"/>
          </a:xfrm>
          <a:prstGeom prst="roundRect">
            <a:avLst>
              <a:gd name="adj" fmla="val 4711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Truly awesome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978F96BC-F83D-B249-89D2-EE264D35EB19}"/>
              </a:ext>
            </a:extLst>
          </p:cNvPr>
          <p:cNvSpPr/>
          <p:nvPr/>
        </p:nvSpPr>
        <p:spPr>
          <a:xfrm>
            <a:off x="19858474" y="81939"/>
            <a:ext cx="1407661" cy="1518360"/>
          </a:xfrm>
          <a:prstGeom prst="roundRect">
            <a:avLst>
              <a:gd name="adj" fmla="val 2250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Эппл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Силикон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FE8E1A9-E728-1944-9F2F-7E32241051B6}"/>
              </a:ext>
            </a:extLst>
          </p:cNvPr>
          <p:cNvSpPr/>
          <p:nvPr/>
        </p:nvSpPr>
        <p:spPr>
          <a:xfrm>
            <a:off x="20241021" y="3070217"/>
            <a:ext cx="3574357" cy="3663459"/>
          </a:xfrm>
          <a:prstGeom prst="roundRect">
            <a:avLst>
              <a:gd name="adj" fmla="val 1915"/>
            </a:avLst>
          </a:prstGeom>
          <a:solidFill>
            <a:srgbClr val="050505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@</a:t>
            </a:r>
            <a:r>
              <a:rPr lang="en-US" sz="2400" b="1" dirty="0" err="1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pptxmen</a:t>
            </a:r>
            <a:br>
              <a:rPr lang="en-US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подпишись</a:t>
            </a:r>
            <a:b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подпиши</a:t>
            </a:r>
            <a:b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2400" b="1" dirty="0"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друга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C0DBA7BD-5712-C74C-B859-409A6F89755B}"/>
              </a:ext>
            </a:extLst>
          </p:cNvPr>
          <p:cNvSpPr/>
          <p:nvPr/>
        </p:nvSpPr>
        <p:spPr>
          <a:xfrm>
            <a:off x="24361208" y="702626"/>
            <a:ext cx="1407661" cy="2276133"/>
          </a:xfrm>
          <a:prstGeom prst="roundRect">
            <a:avLst>
              <a:gd name="adj" fmla="val 3235"/>
            </a:avLst>
          </a:prstGeom>
          <a:noFill/>
          <a:ln w="508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>
              <a:lnSpc>
                <a:spcPct val="90000"/>
              </a:lnSpc>
            </a:pP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Ну сделали</a:t>
            </a:r>
            <a:b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</a:br>
            <a:r>
              <a:rPr lang="ru-RU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и сделали</a:t>
            </a:r>
          </a:p>
        </p:txBody>
      </p:sp>
    </p:spTree>
    <p:extLst>
      <p:ext uri="{BB962C8B-B14F-4D97-AF65-F5344CB8AC3E}">
        <p14:creationId xmlns:p14="http://schemas.microsoft.com/office/powerpoint/2010/main" val="1552015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 advClick="0" advTm="1350">
        <p159:morph option="byObject"/>
      </p:transition>
    </mc:Choice>
    <mc:Fallback xmlns="">
      <p:transition spd="slow" advClick="0" advTm="1350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 cap="sq">
          <a:solidFill>
            <a:srgbClr val="E8E8EC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8473C582-4266-9D48-8B99-9E0A8D010ED9}" vid="{BAC04790-7F9E-AE46-AFF3-9BEA4DF49D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342</TotalTime>
  <Words>965</Words>
  <Application>Microsoft Office PowerPoint</Application>
  <PresentationFormat>Широкоэкранный</PresentationFormat>
  <Paragraphs>234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Default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80</cp:revision>
  <dcterms:created xsi:type="dcterms:W3CDTF">2020-06-23T06:15:34Z</dcterms:created>
  <dcterms:modified xsi:type="dcterms:W3CDTF">2021-07-27T08:53:44Z</dcterms:modified>
</cp:coreProperties>
</file>