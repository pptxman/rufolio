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63" r:id="rId4"/>
    <p:sldId id="270" r:id="rId5"/>
    <p:sldId id="264" r:id="rId6"/>
    <p:sldId id="265" r:id="rId7"/>
    <p:sldId id="271" r:id="rId8"/>
    <p:sldId id="272" r:id="rId9"/>
    <p:sldId id="274" r:id="rId10"/>
    <p:sldId id="273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6967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3935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0900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7869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4836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1804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8771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5738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3AF1B-BFC5-4B66-8603-05FD9A7F118B}" v="22" dt="2021-07-27T08:53:3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6" autoAdjust="0"/>
    <p:restoredTop sz="96327"/>
  </p:normalViewPr>
  <p:slideViewPr>
    <p:cSldViewPr snapToGrid="0" snapToObjects="1">
      <p:cViewPr>
        <p:scale>
          <a:sx n="105" d="100"/>
          <a:sy n="105" d="100"/>
        </p:scale>
        <p:origin x="3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8E3AF1B-BFC5-4B66-8603-05FD9A7F118B}"/>
    <pc:docChg chg="modSld">
      <pc:chgData name="" userId="" providerId="" clId="Web-{B8E3AF1B-BFC5-4B66-8603-05FD9A7F118B}" dt="2021-07-27T08:53:16.291" v="2" actId="1076"/>
      <pc:docMkLst>
        <pc:docMk/>
      </pc:docMkLst>
      <pc:sldChg chg="modSp">
        <pc:chgData name="" userId="" providerId="" clId="Web-{B8E3AF1B-BFC5-4B66-8603-05FD9A7F118B}" dt="2021-07-27T08:53:16.291" v="2" actId="1076"/>
        <pc:sldMkLst>
          <pc:docMk/>
          <pc:sldMk cId="4195960394" sldId="268"/>
        </pc:sldMkLst>
        <pc:spChg chg="mod">
          <ac:chgData name="" userId="" providerId="" clId="Web-{B8E3AF1B-BFC5-4B66-8603-05FD9A7F118B}" dt="2021-07-27T08:53:16.025" v="1" actId="1076"/>
          <ac:spMkLst>
            <pc:docMk/>
            <pc:sldMk cId="4195960394" sldId="268"/>
            <ac:spMk id="95" creationId="{A550CB4B-F210-2944-BA3F-8D3E149AEFA8}"/>
          </ac:spMkLst>
        </pc:spChg>
        <pc:picChg chg="mod">
          <ac:chgData name="" userId="" providerId="" clId="Web-{B8E3AF1B-BFC5-4B66-8603-05FD9A7F118B}" dt="2021-07-27T08:53:16.291" v="2" actId="1076"/>
          <ac:picMkLst>
            <pc:docMk/>
            <pc:sldMk cId="4195960394" sldId="268"/>
            <ac:picMk id="4" creationId="{BDBF6C12-89DC-BE48-802C-F4F936CFDC51}"/>
          </ac:picMkLst>
        </pc:picChg>
      </pc:sldChg>
    </pc:docChg>
  </pc:docChgLst>
  <pc:docChgLst>
    <pc:chgData name="Гельмель Владимир" userId="b4ff794c951754a4" providerId="Windows Live" clId="Web-{B8E3AF1B-BFC5-4B66-8603-05FD9A7F118B}"/>
    <pc:docChg chg="modSld">
      <pc:chgData name="Гельмель Владимир" userId="b4ff794c951754a4" providerId="Windows Live" clId="Web-{B8E3AF1B-BFC5-4B66-8603-05FD9A7F118B}" dt="2021-07-27T08:53:24.666" v="2" actId="1076"/>
      <pc:docMkLst>
        <pc:docMk/>
      </pc:docMkLst>
      <pc:sldChg chg="modSp">
        <pc:chgData name="Гельмель Владимир" userId="b4ff794c951754a4" providerId="Windows Live" clId="Web-{B8E3AF1B-BFC5-4B66-8603-05FD9A7F118B}" dt="2021-07-27T08:53:24.666" v="2" actId="1076"/>
        <pc:sldMkLst>
          <pc:docMk/>
          <pc:sldMk cId="4195960394" sldId="268"/>
        </pc:sldMkLst>
        <pc:spChg chg="mod">
          <ac:chgData name="Гельмель Владимир" userId="b4ff794c951754a4" providerId="Windows Live" clId="Web-{B8E3AF1B-BFC5-4B66-8603-05FD9A7F118B}" dt="2021-07-27T08:53:24.666" v="2" actId="1076"/>
          <ac:spMkLst>
            <pc:docMk/>
            <pc:sldMk cId="4195960394" sldId="268"/>
            <ac:spMk id="95" creationId="{A550CB4B-F210-2944-BA3F-8D3E149AEFA8}"/>
          </ac:spMkLst>
        </pc:spChg>
        <pc:picChg chg="mod">
          <ac:chgData name="Гельмель Владимир" userId="b4ff794c951754a4" providerId="Windows Live" clId="Web-{B8E3AF1B-BFC5-4B66-8603-05FD9A7F118B}" dt="2021-07-27T08:53:18.588" v="0" actId="1076"/>
          <ac:picMkLst>
            <pc:docMk/>
            <pc:sldMk cId="4195960394" sldId="268"/>
            <ac:picMk id="4" creationId="{BDBF6C12-89DC-BE48-802C-F4F936CFDC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716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714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E987E-BC97-426B-B07B-01D58DA9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324799"/>
            <a:ext cx="76200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594E-F3FF-4AC2-830B-F256B7DC7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0503" y="-1324796"/>
            <a:ext cx="4381500" cy="11350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3E4A-44D9-48B5-AD53-AEB61309C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" y="7048800"/>
            <a:ext cx="1333500" cy="381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314BD-1082-495A-A42E-F4332D72D11F}" type="datetimeFigureOut">
              <a:rPr lang="ru-RU" smtClean="0"/>
              <a:t>01.07.2025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4AC5A-B30B-476F-82C3-693A3CCB4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1" y="7048800"/>
            <a:ext cx="9144000" cy="381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2C0F-8427-4109-9636-178306F88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8501" y="7048800"/>
            <a:ext cx="1333500" cy="381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60BB2-4DBA-4B96-A733-49638465F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07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9600" indent="-129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-19001015" y="69670"/>
            <a:ext cx="2026236" cy="12380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16163222" y="1401006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-13766864" y="2723129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-15784850" y="4050540"/>
            <a:ext cx="2026236" cy="812273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-18118147" y="4974121"/>
            <a:ext cx="2026236" cy="803082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-19978478" y="5886768"/>
            <a:ext cx="2026236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-12557818" y="5886768"/>
            <a:ext cx="2092957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-4897177" y="69670"/>
            <a:ext cx="3478105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-11580363" y="69670"/>
            <a:ext cx="2082794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-10224528" y="1054360"/>
            <a:ext cx="1398688" cy="979615"/>
          </a:xfrm>
          <a:prstGeom prst="roundRect">
            <a:avLst>
              <a:gd name="adj" fmla="val 329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-6693053" y="2128610"/>
            <a:ext cx="1398688" cy="1815432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-9783094" y="4050539"/>
            <a:ext cx="1398688" cy="1720787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550CB4B-F210-2944-BA3F-8D3E149AEFA8}"/>
              </a:ext>
            </a:extLst>
          </p:cNvPr>
          <p:cNvSpPr/>
          <p:nvPr/>
        </p:nvSpPr>
        <p:spPr>
          <a:xfrm>
            <a:off x="0" y="8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6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14819657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22125894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17688957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19517758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24364599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9855661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15923220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13410932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10" y="1453399"/>
            <a:ext cx="3934164" cy="3934164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</p:spTree>
    <p:extLst>
      <p:ext uri="{BB962C8B-B14F-4D97-AF65-F5344CB8AC3E}">
        <p14:creationId xmlns:p14="http://schemas.microsoft.com/office/powerpoint/2010/main" val="41959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350"/>
    </mc:Choice>
    <mc:Fallback xmlns="">
      <p:transition advClick="0" advTm="13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5" name="Rectangle 94" hidden="1">
            <a:extLst>
              <a:ext uri="{FF2B5EF4-FFF2-40B4-BE49-F238E27FC236}">
                <a16:creationId xmlns:a16="http://schemas.microsoft.com/office/drawing/2014/main" id="{A550CB4B-F210-2944-BA3F-8D3E149AEFA8}"/>
              </a:ext>
            </a:extLst>
          </p:cNvPr>
          <p:cNvSpPr/>
          <p:nvPr/>
        </p:nvSpPr>
        <p:spPr>
          <a:xfrm>
            <a:off x="0" y="8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6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94185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841073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181238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3139797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-841073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1217867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490263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43617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A577580-3EBA-9C4F-A305-BDCE260E39BD}"/>
              </a:ext>
            </a:extLst>
          </p:cNvPr>
          <p:cNvSpPr/>
          <p:nvPr/>
        </p:nvSpPr>
        <p:spPr>
          <a:xfrm>
            <a:off x="12686448" y="2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3715175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060174"/>
            <a:ext cx="3509138" cy="1717037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4417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841073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181238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3139797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-841073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1536891" y="1059756"/>
            <a:ext cx="2076676" cy="2347417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490263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43617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A577580-3EBA-9C4F-A305-BDCE260E39BD}"/>
              </a:ext>
            </a:extLst>
          </p:cNvPr>
          <p:cNvSpPr/>
          <p:nvPr/>
        </p:nvSpPr>
        <p:spPr>
          <a:xfrm>
            <a:off x="12686448" y="2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3715175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060174"/>
            <a:ext cx="3509138" cy="1717037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86414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6891604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5065002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5065010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3584047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2273200" y="1674026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2273200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9" y="1064161"/>
            <a:ext cx="3570969" cy="2413401"/>
          </a:xfrm>
          <a:prstGeom prst="roundRect">
            <a:avLst>
              <a:gd name="adj" fmla="val 2723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431720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6B3BB1-86C5-F84F-9E56-469AD301191D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515486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2076237" y="1401000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4198821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5526232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6925290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7837937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1" y="7837937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84636" y="1054360"/>
            <a:ext cx="3528939" cy="2471603"/>
          </a:xfrm>
          <a:prstGeom prst="roundRect">
            <a:avLst>
              <a:gd name="adj" fmla="val 2134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3604302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5526231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877201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6B3BB1-86C5-F84F-9E56-469AD301191D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515486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2076237" y="1401000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4198821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5526232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6925290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7837937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1" y="7837937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84636" y="1054360"/>
            <a:ext cx="3528939" cy="2471603"/>
          </a:xfrm>
          <a:prstGeom prst="roundRect">
            <a:avLst>
              <a:gd name="adj" fmla="val 2134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3604302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5526231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24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50031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6B3BB1-86C5-F84F-9E56-469AD301191D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515486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2076237" y="1401000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4198821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39" y="5526232"/>
            <a:ext cx="3046017" cy="1221081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24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6925290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7837937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1" y="7837937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84636" y="1054360"/>
            <a:ext cx="3528939" cy="2471603"/>
          </a:xfrm>
          <a:prstGeom prst="roundRect">
            <a:avLst>
              <a:gd name="adj" fmla="val 2134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3604302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3693869" y="5526231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24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done it,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771037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Reminds me of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Black Mirror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6206887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8537780" y="1071644"/>
            <a:ext cx="3562787" cy="2878522"/>
          </a:xfrm>
          <a:prstGeom prst="roundRect">
            <a:avLst>
              <a:gd name="adj" fmla="val 3235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</a:t>
            </a:r>
            <a:b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done it,</a:t>
            </a:r>
            <a:b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-1575892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6343283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-1575892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</p:spTree>
    <p:extLst>
      <p:ext uri="{BB962C8B-B14F-4D97-AF65-F5344CB8AC3E}">
        <p14:creationId xmlns:p14="http://schemas.microsoft.com/office/powerpoint/2010/main" val="4492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3BAC86A-C6CE-3948-AECB-54D8CBC232DD}"/>
              </a:ext>
            </a:extLst>
          </p:cNvPr>
          <p:cNvSpPr/>
          <p:nvPr/>
        </p:nvSpPr>
        <p:spPr>
          <a:xfrm>
            <a:off x="6338413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8731576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8526210" y="3070217"/>
            <a:ext cx="3574357" cy="3663459"/>
          </a:xfrm>
          <a:prstGeom prst="roundRect">
            <a:avLst>
              <a:gd name="adj" fmla="val 1915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1607805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702626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done it,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haven’t they?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0" y="-901736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92755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3" y="-901736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587027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-19001015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Where can I grab the new wallpapers?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16163222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hand-washing tracker looks handy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-13766864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new macOS is proper sexy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-1578485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-18118147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Widgets have finally arrived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-19978478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It’s </a:t>
            </a: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neumorphism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 for heaven’s sake!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-12557818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Honestly, it looks rather nifty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-4897177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Apple’s doing processors now, too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-11580363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-10224528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-6693053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dialler’s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not full-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screen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-9783094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550CB4B-F210-2944-BA3F-8D3E149AEFA8}"/>
              </a:ext>
            </a:extLst>
          </p:cNvPr>
          <p:cNvSpPr/>
          <p:nvPr/>
        </p:nvSpPr>
        <p:spPr>
          <a:xfrm>
            <a:off x="0" y="8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6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10" y="1453399"/>
            <a:ext cx="3934164" cy="393416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FF65B6A8-EA8F-854F-AEB9-028F73236479}"/>
              </a:ext>
            </a:extLst>
          </p:cNvPr>
          <p:cNvSpPr/>
          <p:nvPr/>
        </p:nvSpPr>
        <p:spPr>
          <a:xfrm>
            <a:off x="13407534" y="-901736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 for innovation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C98CE2E4-49AD-0F45-8AFF-1C7F631F4746}"/>
              </a:ext>
            </a:extLst>
          </p:cNvPr>
          <p:cNvSpPr/>
          <p:nvPr/>
        </p:nvSpPr>
        <p:spPr>
          <a:xfrm>
            <a:off x="16555704" y="92755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Android had</a:t>
            </a:r>
            <a:b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that ages ago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EDFC612B-87E5-1147-B221-3CE9701D8D77}"/>
              </a:ext>
            </a:extLst>
          </p:cNvPr>
          <p:cNvSpPr/>
          <p:nvPr/>
        </p:nvSpPr>
        <p:spPr>
          <a:xfrm>
            <a:off x="19506722" y="1607805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517E7E6B-BAD9-0149-9526-C3E435CA60C3}"/>
              </a:ext>
            </a:extLst>
          </p:cNvPr>
          <p:cNvSpPr/>
          <p:nvPr/>
        </p:nvSpPr>
        <p:spPr>
          <a:xfrm>
            <a:off x="7958666" y="8731576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978F96BC-F83D-B249-89D2-EE264D35EB19}"/>
              </a:ext>
            </a:extLst>
          </p:cNvPr>
          <p:cNvSpPr/>
          <p:nvPr/>
        </p:nvSpPr>
        <p:spPr>
          <a:xfrm>
            <a:off x="19858474" y="81939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Apple Silicon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FE8E1A9-E728-1944-9F2F-7E32241051B6}"/>
              </a:ext>
            </a:extLst>
          </p:cNvPr>
          <p:cNvSpPr/>
          <p:nvPr/>
        </p:nvSpPr>
        <p:spPr>
          <a:xfrm>
            <a:off x="20241021" y="3070217"/>
            <a:ext cx="3574357" cy="3663459"/>
          </a:xfrm>
          <a:prstGeom prst="roundRect">
            <a:avLst>
              <a:gd name="adj" fmla="val 1915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pptxman.com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C0DBA7BD-5712-C74C-B859-409A6F89755B}"/>
              </a:ext>
            </a:extLst>
          </p:cNvPr>
          <p:cNvSpPr/>
          <p:nvPr/>
        </p:nvSpPr>
        <p:spPr>
          <a:xfrm>
            <a:off x="24361208" y="702626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Well, they’ve done it, haven’t they?</a:t>
            </a:r>
          </a:p>
        </p:txBody>
      </p:sp>
      <p:sp>
        <p:nvSpPr>
          <p:cNvPr id="2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GB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Hackintosh</a:t>
            </a:r>
            <a:r>
              <a:rPr lang="en-GB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fans are proper on edge</a:t>
            </a:r>
          </a:p>
        </p:txBody>
      </p:sp>
    </p:spTree>
    <p:extLst>
      <p:ext uri="{BB962C8B-B14F-4D97-AF65-F5344CB8AC3E}">
        <p14:creationId xmlns:p14="http://schemas.microsoft.com/office/powerpoint/2010/main" val="1552015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 cap="sq">
          <a:solidFill>
            <a:srgbClr val="E8E8EC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8473C582-4266-9D48-8B99-9E0A8D010ED9}" vid="{BAC04790-7F9E-AE46-AFF3-9BEA4DF49D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391</TotalTime>
  <Words>1080</Words>
  <Application>Microsoft Office PowerPoint</Application>
  <PresentationFormat>Widescreen</PresentationFormat>
  <Paragraphs>231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Helvetica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Vlad Bugaev</cp:lastModifiedBy>
  <cp:revision>89</cp:revision>
  <dcterms:created xsi:type="dcterms:W3CDTF">2020-06-23T06:15:34Z</dcterms:created>
  <dcterms:modified xsi:type="dcterms:W3CDTF">2025-07-01T10:16:23Z</dcterms:modified>
</cp:coreProperties>
</file>