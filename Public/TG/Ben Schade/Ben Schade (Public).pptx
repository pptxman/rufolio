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orient="horz" pos="4320" userDrawn="1">
          <p15:clr>
            <a:srgbClr val="A4A3A4"/>
          </p15:clr>
        </p15:guide>
        <p15:guide id="3" pos="1822" userDrawn="1">
          <p15:clr>
            <a:srgbClr val="A4A3A4"/>
          </p15:clr>
        </p15:guide>
        <p15:guide id="4" pos="5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8078"/>
    <a:srgbClr val="ECEDEC"/>
    <a:srgbClr val="96A79B"/>
    <a:srgbClr val="048291"/>
    <a:srgbClr val="FDD846"/>
    <a:srgbClr val="433781"/>
    <a:srgbClr val="035468"/>
    <a:srgbClr val="FFC305"/>
    <a:srgbClr val="FA491C"/>
    <a:srgbClr val="F4B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1AF778-FBD5-4F40-969E-63E8E0C644AE}" v="2" dt="2020-11-24T20:20:27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270"/>
    <p:restoredTop sz="96327"/>
  </p:normalViewPr>
  <p:slideViewPr>
    <p:cSldViewPr snapToGrid="0" snapToObjects="1">
      <p:cViewPr>
        <p:scale>
          <a:sx n="107" d="100"/>
          <a:sy n="107" d="100"/>
        </p:scale>
        <p:origin x="432" y="368"/>
      </p:cViewPr>
      <p:guideLst>
        <p:guide orient="horz" pos="1752"/>
        <p:guide orient="horz" pos="4320"/>
        <p:guide pos="1822"/>
        <p:guide pos="58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Лотошников Никита" userId="34f8761194363717" providerId="Windows Live" clId="Web-{BB1AF778-FBD5-4F40-969E-63E8E0C644AE}"/>
    <pc:docChg chg="modSld">
      <pc:chgData name="Лотошников Никита" userId="34f8761194363717" providerId="Windows Live" clId="Web-{BB1AF778-FBD5-4F40-969E-63E8E0C644AE}" dt="2020-11-24T20:20:27.766" v="1" actId="1076"/>
      <pc:docMkLst>
        <pc:docMk/>
      </pc:docMkLst>
      <pc:sldChg chg="modSp">
        <pc:chgData name="Лотошников Никита" userId="34f8761194363717" providerId="Windows Live" clId="Web-{BB1AF778-FBD5-4F40-969E-63E8E0C644AE}" dt="2020-11-24T20:20:27.766" v="1" actId="1076"/>
        <pc:sldMkLst>
          <pc:docMk/>
          <pc:sldMk cId="4218015324" sldId="256"/>
        </pc:sldMkLst>
        <pc:spChg chg="mod">
          <ac:chgData name="Лотошников Никита" userId="34f8761194363717" providerId="Windows Live" clId="Web-{BB1AF778-FBD5-4F40-969E-63E8E0C644AE}" dt="2020-11-24T20:20:27.766" v="1" actId="1076"/>
          <ac:spMkLst>
            <pc:docMk/>
            <pc:sldMk cId="4218015324" sldId="256"/>
            <ac:spMk id="28" creationId="{CBCA7B46-2482-1F4E-BC66-B6AB2F9A86F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2F39-63C2-B147-A008-4E56907C7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D3FE4-AEFD-C046-A468-397F8E7A4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64E4B-D94A-E443-90C6-29C2EAAE4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D4AC-27E7-4543-B79E-058911ED11E7}" type="datetimeFigureOut">
              <a:rPr lang="en-RU" smtClean="0"/>
              <a:t>11/24/2020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E55CC-D510-4D4A-B261-5E26BC07D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79B17-D7D0-0D49-B1A4-6EB249C3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85A0-AAD6-6F46-8AE9-CAD97DE82A4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3656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D3D1-056A-9E44-B061-CC0853845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4C60F-9F82-4F4D-AE8A-8DA772C37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40908-5CC3-824F-9D90-DC3CEAA66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D4AC-27E7-4543-B79E-058911ED11E7}" type="datetimeFigureOut">
              <a:rPr lang="en-RU" smtClean="0"/>
              <a:t>11/24/2020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3AA62-F434-DF45-AEDC-1401C25ED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00243-777E-9E45-AAA6-34A79D33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85A0-AAD6-6F46-8AE9-CAD97DE82A4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24213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D0CFC-D66B-334B-BB66-A8E55B1A2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CDDD-5E57-344A-B5E2-820E4DAB0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4D123-6047-554D-B9D5-C697D77D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D4AC-27E7-4543-B79E-058911ED11E7}" type="datetimeFigureOut">
              <a:rPr lang="en-RU" smtClean="0"/>
              <a:t>11/24/2020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966A2-0641-DB43-B3C3-F65FE943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8176D-8A17-BD47-86FD-E0B5265D5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85A0-AAD6-6F46-8AE9-CAD97DE82A4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1539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E8C6-0DFA-044F-944B-2063947E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068DC-E98D-4F49-B6C0-12C4429213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34794-2625-214B-81D0-B7BF44AA4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84AF6-3F04-7741-AC3D-6A3F06F8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D4AC-27E7-4543-B79E-058911ED11E7}" type="datetimeFigureOut">
              <a:rPr lang="en-RU" smtClean="0"/>
              <a:t>11/24/2020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2BA2B-78E6-874A-9F59-BC1B8434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F2EFC-F045-A941-AFF0-DD7BCBBF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85A0-AAD6-6F46-8AE9-CAD97DE82A4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168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5E87B-FA47-E545-B234-1ABBA746E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E1787-C914-7B48-883B-C4E2A7D03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D03E7-EBB8-CF4A-9163-169251F34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D68F24-C478-9041-B8FB-43FF6E1FA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A3BE6A-0D9E-DC4E-95AD-0EEB664D8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B92AC3-EE24-1A4B-8201-18FCE9CA8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D4AC-27E7-4543-B79E-058911ED11E7}" type="datetimeFigureOut">
              <a:rPr lang="en-RU" smtClean="0"/>
              <a:t>11/24/2020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F3133-4BEB-3D45-A6B4-71B0102BE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08374-F596-6B47-B57F-E28D76574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85A0-AAD6-6F46-8AE9-CAD97DE82A4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71916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03D97-E0B0-9748-84B6-6D32DC709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C697A-7D80-D547-BFB0-22FBF4A72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D4AC-27E7-4543-B79E-058911ED11E7}" type="datetimeFigureOut">
              <a:rPr lang="en-RU" smtClean="0"/>
              <a:t>11/24/2020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3EE8DF-B605-F34C-8E87-67ACEA02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25BD19-5696-544F-8A1F-3F22E7BB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85A0-AAD6-6F46-8AE9-CAD97DE82A4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4182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C205D4-3F15-384A-AADC-C271F9114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D4AC-27E7-4543-B79E-058911ED11E7}" type="datetimeFigureOut">
              <a:rPr lang="en-RU" smtClean="0"/>
              <a:t>11/24/2020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D9476-A64A-1346-B45C-158E3BC9A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60CD7-7ED2-0648-8E11-D09727D55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85A0-AAD6-6F46-8AE9-CAD97DE82A4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0042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70BD-6ADA-8A40-9CD9-DAE953534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9829-A217-3C40-A90D-38A8C9150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31C68-D5DE-3544-8DD7-A9B153EC3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2F55D-5190-CB47-B670-5FE24B3A1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D4AC-27E7-4543-B79E-058911ED11E7}" type="datetimeFigureOut">
              <a:rPr lang="en-RU" smtClean="0"/>
              <a:t>11/24/2020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53E69-52F7-AD4E-81F9-5C676EB4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5FE13-8363-0F48-B3C1-7A1C8122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85A0-AAD6-6F46-8AE9-CAD97DE82A4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21783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ECCF-115F-B54D-BD0E-03447306A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C88B13-ADD8-3C47-A2CD-12241FECD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542FD-854F-E040-B79A-68B784913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04912-E184-DD49-B3C7-02D7755C1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D4AC-27E7-4543-B79E-058911ED11E7}" type="datetimeFigureOut">
              <a:rPr lang="en-RU" smtClean="0"/>
              <a:t>11/24/2020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39A36-4F9B-DE45-A513-269D2E64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052F0-3497-7549-8BAB-4B03072D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85A0-AAD6-6F46-8AE9-CAD97DE82A4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638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DEED-1A83-9941-AA5F-A3E14E019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FA13E-A92D-8F4D-9D95-3B06F2DAD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591EF-14FE-F845-BBE0-4EBAAE5AF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D4AC-27E7-4543-B79E-058911ED11E7}" type="datetimeFigureOut">
              <a:rPr lang="en-RU" smtClean="0"/>
              <a:t>11/24/2020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3E89F-EF76-1040-947E-62F6F962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3B052-DE9E-5B49-8670-8C969C985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85A0-AAD6-6F46-8AE9-CAD97DE82A4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98628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14204A-1969-AE4F-A5AB-5053B68706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1CEBA-539F-D74B-AB43-0FD35C489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086D6-6A3D-EC43-AC0F-CFAA11997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D4AC-27E7-4543-B79E-058911ED11E7}" type="datetimeFigureOut">
              <a:rPr lang="en-RU" smtClean="0"/>
              <a:t>11/24/2020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6BBCB-EBBA-6B4F-B2BD-C92FA5D24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FC547-CA76-264C-BF82-1394AFFB4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85A0-AAD6-6F46-8AE9-CAD97DE82A4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7499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497CD1-C5AB-3A4F-97B8-252BB5DD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4653-BD68-7D42-B5B1-46D0C809C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DAAE9-4153-3244-B96C-F11EEC025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DD4AC-27E7-4543-B79E-058911ED11E7}" type="datetimeFigureOut">
              <a:rPr lang="en-RU" smtClean="0"/>
              <a:t>11/24/2020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D4030-C94D-4A44-8DF5-ECABC8CC6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A3F46-B303-5446-AE0A-036D2B8CE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B85A0-AAD6-6F46-8AE9-CAD97DE82A4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071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ED7D1"/>
            </a:gs>
            <a:gs pos="100000">
              <a:srgbClr val="96A79B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FE891A5B-FA82-994D-AEE6-E706BA61F0C5}"/>
              </a:ext>
            </a:extLst>
          </p:cNvPr>
          <p:cNvSpPr/>
          <p:nvPr/>
        </p:nvSpPr>
        <p:spPr>
          <a:xfrm>
            <a:off x="2755491" y="899652"/>
            <a:ext cx="6681018" cy="5958348"/>
          </a:xfrm>
          <a:prstGeom prst="round2SameRect">
            <a:avLst>
              <a:gd name="adj1" fmla="val 2336"/>
              <a:gd name="adj2" fmla="val 0"/>
            </a:avLst>
          </a:prstGeom>
          <a:solidFill>
            <a:srgbClr val="F5F8F7"/>
          </a:solidFill>
          <a:ln>
            <a:noFill/>
          </a:ln>
          <a:effectLst>
            <a:outerShdw blurRad="1181100" dist="457200" dir="2700000" algn="tl" rotWithShape="0">
              <a:srgbClr val="728078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6F7463-5FD3-324F-81F4-07B91681C876}"/>
              </a:ext>
            </a:extLst>
          </p:cNvPr>
          <p:cNvSpPr txBox="1"/>
          <p:nvPr/>
        </p:nvSpPr>
        <p:spPr>
          <a:xfrm>
            <a:off x="3034583" y="1032387"/>
            <a:ext cx="694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1200" b="1" dirty="0">
                <a:solidFill>
                  <a:srgbClr val="433781"/>
                </a:solidFill>
                <a:latin typeface="Dante" panose="020F0502020204030204" pitchFamily="34" charset="0"/>
                <a:cs typeface="Dante" panose="020F0502020204030204" pitchFamily="34" charset="0"/>
              </a:rPr>
              <a:t>TheSans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DAC7A-43EB-5F42-8451-C327FC26C566}"/>
              </a:ext>
            </a:extLst>
          </p:cNvPr>
          <p:cNvSpPr txBox="1"/>
          <p:nvPr/>
        </p:nvSpPr>
        <p:spPr>
          <a:xfrm>
            <a:off x="6058773" y="1091379"/>
            <a:ext cx="47000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600" dirty="0">
                <a:solidFill>
                  <a:srgbClr val="43378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STUDIO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00B90F-7159-994F-86D0-696970F7944E}"/>
              </a:ext>
            </a:extLst>
          </p:cNvPr>
          <p:cNvSpPr txBox="1"/>
          <p:nvPr/>
        </p:nvSpPr>
        <p:spPr>
          <a:xfrm>
            <a:off x="6465330" y="1091379"/>
            <a:ext cx="58862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600" dirty="0">
                <a:solidFill>
                  <a:srgbClr val="43378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PROJECTS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6BF999-7AB4-8F42-A1BB-37536A4FA4FF}"/>
              </a:ext>
            </a:extLst>
          </p:cNvPr>
          <p:cNvSpPr txBox="1"/>
          <p:nvPr/>
        </p:nvSpPr>
        <p:spPr>
          <a:xfrm>
            <a:off x="6941727" y="1091379"/>
            <a:ext cx="3818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600" dirty="0">
                <a:solidFill>
                  <a:srgbClr val="43378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PLAY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E71002-75DA-3E4E-8515-65192ADE65BA}"/>
              </a:ext>
            </a:extLst>
          </p:cNvPr>
          <p:cNvSpPr txBox="1"/>
          <p:nvPr/>
        </p:nvSpPr>
        <p:spPr>
          <a:xfrm>
            <a:off x="8349533" y="1091379"/>
            <a:ext cx="72487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600" dirty="0">
                <a:solidFill>
                  <a:srgbClr val="43378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GET IN TOUCH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A2627D-4273-0745-A6A2-BA841BD9A000}"/>
              </a:ext>
            </a:extLst>
          </p:cNvPr>
          <p:cNvSpPr txBox="1"/>
          <p:nvPr/>
        </p:nvSpPr>
        <p:spPr>
          <a:xfrm>
            <a:off x="6058773" y="1739078"/>
            <a:ext cx="27446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200" dirty="0">
                <a:solidFill>
                  <a:srgbClr val="433781"/>
                </a:solidFill>
                <a:latin typeface="Century Gothic" panose="020B0502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Always fresh,</a:t>
            </a:r>
            <a:br>
              <a:rPr lang="en-RU" sz="2200" dirty="0">
                <a:solidFill>
                  <a:srgbClr val="433781"/>
                </a:solidFill>
                <a:latin typeface="Century Gothic" panose="020B0502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RU" sz="2200" dirty="0">
                <a:solidFill>
                  <a:srgbClr val="433781"/>
                </a:solidFill>
                <a:latin typeface="Century Gothic" panose="020B0502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sometimes normal.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600BF937-7752-3C47-BB0A-F9094F458245}"/>
              </a:ext>
            </a:extLst>
          </p:cNvPr>
          <p:cNvSpPr/>
          <p:nvPr/>
        </p:nvSpPr>
        <p:spPr>
          <a:xfrm>
            <a:off x="2892425" y="2781300"/>
            <a:ext cx="6359151" cy="4076700"/>
          </a:xfrm>
          <a:custGeom>
            <a:avLst/>
            <a:gdLst>
              <a:gd name="connsiteX0" fmla="*/ 0 w 6359151"/>
              <a:gd name="connsiteY0" fmla="*/ 0 h 4076700"/>
              <a:gd name="connsiteX1" fmla="*/ 6359151 w 6359151"/>
              <a:gd name="connsiteY1" fmla="*/ 0 h 4076700"/>
              <a:gd name="connsiteX2" fmla="*/ 6359151 w 6359151"/>
              <a:gd name="connsiteY2" fmla="*/ 4076700 h 4076700"/>
              <a:gd name="connsiteX3" fmla="*/ 0 w 6359151"/>
              <a:gd name="connsiteY3" fmla="*/ 4076700 h 407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9151" h="4076700">
                <a:moveTo>
                  <a:pt x="0" y="0"/>
                </a:moveTo>
                <a:lnTo>
                  <a:pt x="6359151" y="0"/>
                </a:lnTo>
                <a:lnTo>
                  <a:pt x="6359151" y="4076700"/>
                </a:lnTo>
                <a:lnTo>
                  <a:pt x="0" y="4076700"/>
                </a:lnTo>
                <a:close/>
              </a:path>
            </a:pathLst>
          </a:custGeom>
          <a:solidFill>
            <a:srgbClr val="ECED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RU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F1F9ADCB-6DB4-B14A-B62A-0CB873067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459" t="33946"/>
          <a:stretch>
            <a:fillRect/>
          </a:stretch>
        </p:blipFill>
        <p:spPr>
          <a:xfrm rot="20905498">
            <a:off x="2539270" y="2508103"/>
            <a:ext cx="3692885" cy="3145799"/>
          </a:xfrm>
          <a:custGeom>
            <a:avLst/>
            <a:gdLst>
              <a:gd name="connsiteX0" fmla="*/ 644311 w 3692885"/>
              <a:gd name="connsiteY0" fmla="*/ 0 h 3145799"/>
              <a:gd name="connsiteX1" fmla="*/ 3692885 w 3692885"/>
              <a:gd name="connsiteY1" fmla="*/ 624398 h 3145799"/>
              <a:gd name="connsiteX2" fmla="*/ 3692885 w 3692885"/>
              <a:gd name="connsiteY2" fmla="*/ 3145799 h 3145799"/>
              <a:gd name="connsiteX3" fmla="*/ 0 w 3692885"/>
              <a:gd name="connsiteY3" fmla="*/ 3145799 h 3145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2885" h="3145799">
                <a:moveTo>
                  <a:pt x="644311" y="0"/>
                </a:moveTo>
                <a:lnTo>
                  <a:pt x="3692885" y="624398"/>
                </a:lnTo>
                <a:lnTo>
                  <a:pt x="3692885" y="3145799"/>
                </a:lnTo>
                <a:lnTo>
                  <a:pt x="0" y="3145799"/>
                </a:lnTo>
                <a:close/>
              </a:path>
            </a:pathLst>
          </a:cu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4B3A61AB-391D-9F43-8D2A-3B55F1521A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402853" flipH="1">
            <a:off x="4650720" y="-82896"/>
            <a:ext cx="4504228" cy="4504227"/>
          </a:xfrm>
          <a:custGeom>
            <a:avLst/>
            <a:gdLst>
              <a:gd name="connsiteX0" fmla="*/ 4504228 w 4504228"/>
              <a:gd name="connsiteY0" fmla="*/ 3133552 h 4504227"/>
              <a:gd name="connsiteX1" fmla="*/ 0 w 4504228"/>
              <a:gd name="connsiteY1" fmla="*/ 2603294 h 4504227"/>
              <a:gd name="connsiteX2" fmla="*/ 1 w 4504228"/>
              <a:gd name="connsiteY2" fmla="*/ 4504227 h 4504227"/>
              <a:gd name="connsiteX3" fmla="*/ 4504228 w 4504228"/>
              <a:gd name="connsiteY3" fmla="*/ 4504227 h 4504227"/>
              <a:gd name="connsiteX4" fmla="*/ 4504228 w 4504228"/>
              <a:gd name="connsiteY4" fmla="*/ 0 h 4504227"/>
              <a:gd name="connsiteX5" fmla="*/ 1675208 w 4504228"/>
              <a:gd name="connsiteY5" fmla="*/ 0 h 4504227"/>
              <a:gd name="connsiteX6" fmla="*/ 4504228 w 4504228"/>
              <a:gd name="connsiteY6" fmla="*/ 333045 h 4504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4228" h="4504227">
                <a:moveTo>
                  <a:pt x="4504228" y="3133552"/>
                </a:moveTo>
                <a:lnTo>
                  <a:pt x="0" y="2603294"/>
                </a:lnTo>
                <a:lnTo>
                  <a:pt x="1" y="4504227"/>
                </a:lnTo>
                <a:lnTo>
                  <a:pt x="4504228" y="4504227"/>
                </a:lnTo>
                <a:close/>
                <a:moveTo>
                  <a:pt x="4504228" y="0"/>
                </a:moveTo>
                <a:lnTo>
                  <a:pt x="1675208" y="0"/>
                </a:lnTo>
                <a:lnTo>
                  <a:pt x="4504228" y="333045"/>
                </a:lnTo>
                <a:close/>
              </a:path>
            </a:pathLst>
          </a:cu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0C5C26A-4D6F-304F-9B7D-263F44A3BB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9108144">
            <a:off x="4858539" y="3474945"/>
            <a:ext cx="3038316" cy="3038316"/>
          </a:xfrm>
          <a:prstGeom prst="rect">
            <a:avLst/>
          </a:prstGeom>
        </p:spPr>
      </p:pic>
      <p:sp>
        <p:nvSpPr>
          <p:cNvPr id="28" name="Graphic 13">
            <a:extLst>
              <a:ext uri="{FF2B5EF4-FFF2-40B4-BE49-F238E27FC236}">
                <a16:creationId xmlns:a16="http://schemas.microsoft.com/office/drawing/2014/main" id="{CBCA7B46-2482-1F4E-BC66-B6AB2F9A86FA}"/>
              </a:ext>
            </a:extLst>
          </p:cNvPr>
          <p:cNvSpPr/>
          <p:nvPr/>
        </p:nvSpPr>
        <p:spPr>
          <a:xfrm>
            <a:off x="3074870" y="5474569"/>
            <a:ext cx="2427778" cy="1059997"/>
          </a:xfrm>
          <a:custGeom>
            <a:avLst/>
            <a:gdLst>
              <a:gd name="connsiteX0" fmla="*/ 3870605 w 3932951"/>
              <a:gd name="connsiteY0" fmla="*/ 903989 h 1402630"/>
              <a:gd name="connsiteX1" fmla="*/ 3099080 w 3932951"/>
              <a:gd name="connsiteY1" fmla="*/ 1311212 h 1402630"/>
              <a:gd name="connsiteX2" fmla="*/ 1741767 w 3932951"/>
              <a:gd name="connsiteY2" fmla="*/ 1357563 h 1402630"/>
              <a:gd name="connsiteX3" fmla="*/ 474942 w 3932951"/>
              <a:gd name="connsiteY3" fmla="*/ 1084425 h 1402630"/>
              <a:gd name="connsiteX4" fmla="*/ 17742 w 3932951"/>
              <a:gd name="connsiteY4" fmla="*/ 665614 h 1402630"/>
              <a:gd name="connsiteX5" fmla="*/ 541617 w 3932951"/>
              <a:gd name="connsiteY5" fmla="*/ 207073 h 1402630"/>
              <a:gd name="connsiteX6" fmla="*/ 1660805 w 3932951"/>
              <a:gd name="connsiteY6" fmla="*/ 151 h 1402630"/>
              <a:gd name="connsiteX7" fmla="*/ 3080030 w 3932951"/>
              <a:gd name="connsiteY7" fmla="*/ 66366 h 1402630"/>
              <a:gd name="connsiteX8" fmla="*/ 3889655 w 3932951"/>
              <a:gd name="connsiteY8" fmla="*/ 394131 h 1402630"/>
              <a:gd name="connsiteX9" fmla="*/ 3870605 w 3932951"/>
              <a:gd name="connsiteY9" fmla="*/ 903989 h 1402630"/>
              <a:gd name="connsiteX0" fmla="*/ 3870605 w 3932951"/>
              <a:gd name="connsiteY0" fmla="*/ 888450 h 1387091"/>
              <a:gd name="connsiteX1" fmla="*/ 3099080 w 3932951"/>
              <a:gd name="connsiteY1" fmla="*/ 1295673 h 1387091"/>
              <a:gd name="connsiteX2" fmla="*/ 1741767 w 3932951"/>
              <a:gd name="connsiteY2" fmla="*/ 1342024 h 1387091"/>
              <a:gd name="connsiteX3" fmla="*/ 474942 w 3932951"/>
              <a:gd name="connsiteY3" fmla="*/ 1068886 h 1387091"/>
              <a:gd name="connsiteX4" fmla="*/ 17742 w 3932951"/>
              <a:gd name="connsiteY4" fmla="*/ 650075 h 1387091"/>
              <a:gd name="connsiteX5" fmla="*/ 541617 w 3932951"/>
              <a:gd name="connsiteY5" fmla="*/ 191534 h 1387091"/>
              <a:gd name="connsiteX6" fmla="*/ 1566212 w 3932951"/>
              <a:gd name="connsiteY6" fmla="*/ 378 h 1387091"/>
              <a:gd name="connsiteX7" fmla="*/ 3080030 w 3932951"/>
              <a:gd name="connsiteY7" fmla="*/ 50827 h 1387091"/>
              <a:gd name="connsiteX8" fmla="*/ 3889655 w 3932951"/>
              <a:gd name="connsiteY8" fmla="*/ 378592 h 1387091"/>
              <a:gd name="connsiteX9" fmla="*/ 3870605 w 3932951"/>
              <a:gd name="connsiteY9" fmla="*/ 888450 h 1387091"/>
              <a:gd name="connsiteX0" fmla="*/ 3870605 w 3966375"/>
              <a:gd name="connsiteY0" fmla="*/ 892747 h 1391388"/>
              <a:gd name="connsiteX1" fmla="*/ 3099080 w 3966375"/>
              <a:gd name="connsiteY1" fmla="*/ 1299970 h 1391388"/>
              <a:gd name="connsiteX2" fmla="*/ 1741767 w 3966375"/>
              <a:gd name="connsiteY2" fmla="*/ 1346321 h 1391388"/>
              <a:gd name="connsiteX3" fmla="*/ 474942 w 3966375"/>
              <a:gd name="connsiteY3" fmla="*/ 1073183 h 1391388"/>
              <a:gd name="connsiteX4" fmla="*/ 17742 w 3966375"/>
              <a:gd name="connsiteY4" fmla="*/ 654372 h 1391388"/>
              <a:gd name="connsiteX5" fmla="*/ 541617 w 3966375"/>
              <a:gd name="connsiteY5" fmla="*/ 195831 h 1391388"/>
              <a:gd name="connsiteX6" fmla="*/ 1566212 w 3966375"/>
              <a:gd name="connsiteY6" fmla="*/ 4675 h 1391388"/>
              <a:gd name="connsiteX7" fmla="*/ 3016968 w 3966375"/>
              <a:gd name="connsiteY7" fmla="*/ 370435 h 1391388"/>
              <a:gd name="connsiteX8" fmla="*/ 3889655 w 3966375"/>
              <a:gd name="connsiteY8" fmla="*/ 382889 h 1391388"/>
              <a:gd name="connsiteX9" fmla="*/ 3870605 w 3966375"/>
              <a:gd name="connsiteY9" fmla="*/ 892747 h 1391388"/>
              <a:gd name="connsiteX0" fmla="*/ 3746162 w 3841932"/>
              <a:gd name="connsiteY0" fmla="*/ 892361 h 1391002"/>
              <a:gd name="connsiteX1" fmla="*/ 2974637 w 3841932"/>
              <a:gd name="connsiteY1" fmla="*/ 1299584 h 1391002"/>
              <a:gd name="connsiteX2" fmla="*/ 1617324 w 3841932"/>
              <a:gd name="connsiteY2" fmla="*/ 1345935 h 1391002"/>
              <a:gd name="connsiteX3" fmla="*/ 350499 w 3841932"/>
              <a:gd name="connsiteY3" fmla="*/ 1072797 h 1391002"/>
              <a:gd name="connsiteX4" fmla="*/ 19423 w 3841932"/>
              <a:gd name="connsiteY4" fmla="*/ 575159 h 1391002"/>
              <a:gd name="connsiteX5" fmla="*/ 417174 w 3841932"/>
              <a:gd name="connsiteY5" fmla="*/ 195445 h 1391002"/>
              <a:gd name="connsiteX6" fmla="*/ 1441769 w 3841932"/>
              <a:gd name="connsiteY6" fmla="*/ 4289 h 1391002"/>
              <a:gd name="connsiteX7" fmla="*/ 2892525 w 3841932"/>
              <a:gd name="connsiteY7" fmla="*/ 370049 h 1391002"/>
              <a:gd name="connsiteX8" fmla="*/ 3765212 w 3841932"/>
              <a:gd name="connsiteY8" fmla="*/ 382503 h 1391002"/>
              <a:gd name="connsiteX9" fmla="*/ 3746162 w 3841932"/>
              <a:gd name="connsiteY9" fmla="*/ 892361 h 1391002"/>
              <a:gd name="connsiteX0" fmla="*/ 3727150 w 3822920"/>
              <a:gd name="connsiteY0" fmla="*/ 892361 h 1370014"/>
              <a:gd name="connsiteX1" fmla="*/ 2955625 w 3822920"/>
              <a:gd name="connsiteY1" fmla="*/ 1299584 h 1370014"/>
              <a:gd name="connsiteX2" fmla="*/ 1598312 w 3822920"/>
              <a:gd name="connsiteY2" fmla="*/ 1345935 h 1370014"/>
              <a:gd name="connsiteX3" fmla="*/ 457611 w 3822920"/>
              <a:gd name="connsiteY3" fmla="*/ 1167390 h 1370014"/>
              <a:gd name="connsiteX4" fmla="*/ 411 w 3822920"/>
              <a:gd name="connsiteY4" fmla="*/ 575159 h 1370014"/>
              <a:gd name="connsiteX5" fmla="*/ 398162 w 3822920"/>
              <a:gd name="connsiteY5" fmla="*/ 195445 h 1370014"/>
              <a:gd name="connsiteX6" fmla="*/ 1422757 w 3822920"/>
              <a:gd name="connsiteY6" fmla="*/ 4289 h 1370014"/>
              <a:gd name="connsiteX7" fmla="*/ 2873513 w 3822920"/>
              <a:gd name="connsiteY7" fmla="*/ 370049 h 1370014"/>
              <a:gd name="connsiteX8" fmla="*/ 3746200 w 3822920"/>
              <a:gd name="connsiteY8" fmla="*/ 382503 h 1370014"/>
              <a:gd name="connsiteX9" fmla="*/ 3727150 w 3822920"/>
              <a:gd name="connsiteY9" fmla="*/ 892361 h 1370014"/>
              <a:gd name="connsiteX0" fmla="*/ 3727048 w 3822818"/>
              <a:gd name="connsiteY0" fmla="*/ 938766 h 1416419"/>
              <a:gd name="connsiteX1" fmla="*/ 2955523 w 3822818"/>
              <a:gd name="connsiteY1" fmla="*/ 1345989 h 1416419"/>
              <a:gd name="connsiteX2" fmla="*/ 1598210 w 3822818"/>
              <a:gd name="connsiteY2" fmla="*/ 1392340 h 1416419"/>
              <a:gd name="connsiteX3" fmla="*/ 457509 w 3822818"/>
              <a:gd name="connsiteY3" fmla="*/ 1213795 h 1416419"/>
              <a:gd name="connsiteX4" fmla="*/ 309 w 3822818"/>
              <a:gd name="connsiteY4" fmla="*/ 621564 h 1416419"/>
              <a:gd name="connsiteX5" fmla="*/ 398060 w 3822818"/>
              <a:gd name="connsiteY5" fmla="*/ 241850 h 1416419"/>
              <a:gd name="connsiteX6" fmla="*/ 1060048 w 3822818"/>
              <a:gd name="connsiteY6" fmla="*/ 3397 h 1416419"/>
              <a:gd name="connsiteX7" fmla="*/ 2873411 w 3822818"/>
              <a:gd name="connsiteY7" fmla="*/ 416454 h 1416419"/>
              <a:gd name="connsiteX8" fmla="*/ 3746098 w 3822818"/>
              <a:gd name="connsiteY8" fmla="*/ 428908 h 1416419"/>
              <a:gd name="connsiteX9" fmla="*/ 3727048 w 3822818"/>
              <a:gd name="connsiteY9" fmla="*/ 938766 h 1416419"/>
              <a:gd name="connsiteX0" fmla="*/ 3730410 w 3826180"/>
              <a:gd name="connsiteY0" fmla="*/ 945372 h 1423025"/>
              <a:gd name="connsiteX1" fmla="*/ 2958885 w 3826180"/>
              <a:gd name="connsiteY1" fmla="*/ 1352595 h 1423025"/>
              <a:gd name="connsiteX2" fmla="*/ 1601572 w 3826180"/>
              <a:gd name="connsiteY2" fmla="*/ 1398946 h 1423025"/>
              <a:gd name="connsiteX3" fmla="*/ 460871 w 3826180"/>
              <a:gd name="connsiteY3" fmla="*/ 1220401 h 1423025"/>
              <a:gd name="connsiteX4" fmla="*/ 3671 w 3826180"/>
              <a:gd name="connsiteY4" fmla="*/ 628170 h 1423025"/>
              <a:gd name="connsiteX5" fmla="*/ 291064 w 3826180"/>
              <a:gd name="connsiteY5" fmla="*/ 169628 h 1423025"/>
              <a:gd name="connsiteX6" fmla="*/ 1063410 w 3826180"/>
              <a:gd name="connsiteY6" fmla="*/ 10003 h 1423025"/>
              <a:gd name="connsiteX7" fmla="*/ 2876773 w 3826180"/>
              <a:gd name="connsiteY7" fmla="*/ 423060 h 1423025"/>
              <a:gd name="connsiteX8" fmla="*/ 3749460 w 3826180"/>
              <a:gd name="connsiteY8" fmla="*/ 435514 h 1423025"/>
              <a:gd name="connsiteX9" fmla="*/ 3730410 w 3826180"/>
              <a:gd name="connsiteY9" fmla="*/ 945372 h 1423025"/>
              <a:gd name="connsiteX0" fmla="*/ 3730410 w 3826180"/>
              <a:gd name="connsiteY0" fmla="*/ 945372 h 1363132"/>
              <a:gd name="connsiteX1" fmla="*/ 2958885 w 3826180"/>
              <a:gd name="connsiteY1" fmla="*/ 1352595 h 1363132"/>
              <a:gd name="connsiteX2" fmla="*/ 1538510 w 3826180"/>
              <a:gd name="connsiteY2" fmla="*/ 1241291 h 1363132"/>
              <a:gd name="connsiteX3" fmla="*/ 460871 w 3826180"/>
              <a:gd name="connsiteY3" fmla="*/ 1220401 h 1363132"/>
              <a:gd name="connsiteX4" fmla="*/ 3671 w 3826180"/>
              <a:gd name="connsiteY4" fmla="*/ 628170 h 1363132"/>
              <a:gd name="connsiteX5" fmla="*/ 291064 w 3826180"/>
              <a:gd name="connsiteY5" fmla="*/ 169628 h 1363132"/>
              <a:gd name="connsiteX6" fmla="*/ 1063410 w 3826180"/>
              <a:gd name="connsiteY6" fmla="*/ 10003 h 1363132"/>
              <a:gd name="connsiteX7" fmla="*/ 2876773 w 3826180"/>
              <a:gd name="connsiteY7" fmla="*/ 423060 h 1363132"/>
              <a:gd name="connsiteX8" fmla="*/ 3749460 w 3826180"/>
              <a:gd name="connsiteY8" fmla="*/ 435514 h 1363132"/>
              <a:gd name="connsiteX9" fmla="*/ 3730410 w 3826180"/>
              <a:gd name="connsiteY9" fmla="*/ 945372 h 1363132"/>
              <a:gd name="connsiteX0" fmla="*/ 3730410 w 3783485"/>
              <a:gd name="connsiteY0" fmla="*/ 945372 h 1363132"/>
              <a:gd name="connsiteX1" fmla="*/ 2958885 w 3783485"/>
              <a:gd name="connsiteY1" fmla="*/ 1352595 h 1363132"/>
              <a:gd name="connsiteX2" fmla="*/ 1538510 w 3783485"/>
              <a:gd name="connsiteY2" fmla="*/ 1241291 h 1363132"/>
              <a:gd name="connsiteX3" fmla="*/ 460871 w 3783485"/>
              <a:gd name="connsiteY3" fmla="*/ 1220401 h 1363132"/>
              <a:gd name="connsiteX4" fmla="*/ 3671 w 3783485"/>
              <a:gd name="connsiteY4" fmla="*/ 628170 h 1363132"/>
              <a:gd name="connsiteX5" fmla="*/ 291064 w 3783485"/>
              <a:gd name="connsiteY5" fmla="*/ 169628 h 1363132"/>
              <a:gd name="connsiteX6" fmla="*/ 1063410 w 3783485"/>
              <a:gd name="connsiteY6" fmla="*/ 10003 h 1363132"/>
              <a:gd name="connsiteX7" fmla="*/ 2876773 w 3783485"/>
              <a:gd name="connsiteY7" fmla="*/ 423060 h 1363132"/>
              <a:gd name="connsiteX8" fmla="*/ 3623336 w 3783485"/>
              <a:gd name="connsiteY8" fmla="*/ 482811 h 1363132"/>
              <a:gd name="connsiteX9" fmla="*/ 3730410 w 3783485"/>
              <a:gd name="connsiteY9" fmla="*/ 945372 h 1363132"/>
              <a:gd name="connsiteX0" fmla="*/ 3651583 w 3727980"/>
              <a:gd name="connsiteY0" fmla="*/ 1087262 h 1356311"/>
              <a:gd name="connsiteX1" fmla="*/ 2958885 w 3727980"/>
              <a:gd name="connsiteY1" fmla="*/ 1352595 h 1356311"/>
              <a:gd name="connsiteX2" fmla="*/ 1538510 w 3727980"/>
              <a:gd name="connsiteY2" fmla="*/ 1241291 h 1356311"/>
              <a:gd name="connsiteX3" fmla="*/ 460871 w 3727980"/>
              <a:gd name="connsiteY3" fmla="*/ 1220401 h 1356311"/>
              <a:gd name="connsiteX4" fmla="*/ 3671 w 3727980"/>
              <a:gd name="connsiteY4" fmla="*/ 628170 h 1356311"/>
              <a:gd name="connsiteX5" fmla="*/ 291064 w 3727980"/>
              <a:gd name="connsiteY5" fmla="*/ 169628 h 1356311"/>
              <a:gd name="connsiteX6" fmla="*/ 1063410 w 3727980"/>
              <a:gd name="connsiteY6" fmla="*/ 10003 h 1356311"/>
              <a:gd name="connsiteX7" fmla="*/ 2876773 w 3727980"/>
              <a:gd name="connsiteY7" fmla="*/ 423060 h 1356311"/>
              <a:gd name="connsiteX8" fmla="*/ 3623336 w 3727980"/>
              <a:gd name="connsiteY8" fmla="*/ 482811 h 1356311"/>
              <a:gd name="connsiteX9" fmla="*/ 3651583 w 3727980"/>
              <a:gd name="connsiteY9" fmla="*/ 1087262 h 1356311"/>
              <a:gd name="connsiteX0" fmla="*/ 3651583 w 3683475"/>
              <a:gd name="connsiteY0" fmla="*/ 1087262 h 1356311"/>
              <a:gd name="connsiteX1" fmla="*/ 2958885 w 3683475"/>
              <a:gd name="connsiteY1" fmla="*/ 1352595 h 1356311"/>
              <a:gd name="connsiteX2" fmla="*/ 1538510 w 3683475"/>
              <a:gd name="connsiteY2" fmla="*/ 1241291 h 1356311"/>
              <a:gd name="connsiteX3" fmla="*/ 460871 w 3683475"/>
              <a:gd name="connsiteY3" fmla="*/ 1220401 h 1356311"/>
              <a:gd name="connsiteX4" fmla="*/ 3671 w 3683475"/>
              <a:gd name="connsiteY4" fmla="*/ 628170 h 1356311"/>
              <a:gd name="connsiteX5" fmla="*/ 291064 w 3683475"/>
              <a:gd name="connsiteY5" fmla="*/ 169628 h 1356311"/>
              <a:gd name="connsiteX6" fmla="*/ 1063410 w 3683475"/>
              <a:gd name="connsiteY6" fmla="*/ 10003 h 1356311"/>
              <a:gd name="connsiteX7" fmla="*/ 2876773 w 3683475"/>
              <a:gd name="connsiteY7" fmla="*/ 423060 h 1356311"/>
              <a:gd name="connsiteX8" fmla="*/ 3497212 w 3683475"/>
              <a:gd name="connsiteY8" fmla="*/ 530108 h 1356311"/>
              <a:gd name="connsiteX9" fmla="*/ 3651583 w 3683475"/>
              <a:gd name="connsiteY9" fmla="*/ 1087262 h 1356311"/>
              <a:gd name="connsiteX0" fmla="*/ 3541224 w 3596476"/>
              <a:gd name="connsiteY0" fmla="*/ 1134558 h 1354579"/>
              <a:gd name="connsiteX1" fmla="*/ 2958885 w 3596476"/>
              <a:gd name="connsiteY1" fmla="*/ 1352595 h 1354579"/>
              <a:gd name="connsiteX2" fmla="*/ 1538510 w 3596476"/>
              <a:gd name="connsiteY2" fmla="*/ 1241291 h 1354579"/>
              <a:gd name="connsiteX3" fmla="*/ 460871 w 3596476"/>
              <a:gd name="connsiteY3" fmla="*/ 1220401 h 1354579"/>
              <a:gd name="connsiteX4" fmla="*/ 3671 w 3596476"/>
              <a:gd name="connsiteY4" fmla="*/ 628170 h 1354579"/>
              <a:gd name="connsiteX5" fmla="*/ 291064 w 3596476"/>
              <a:gd name="connsiteY5" fmla="*/ 169628 h 1354579"/>
              <a:gd name="connsiteX6" fmla="*/ 1063410 w 3596476"/>
              <a:gd name="connsiteY6" fmla="*/ 10003 h 1354579"/>
              <a:gd name="connsiteX7" fmla="*/ 2876773 w 3596476"/>
              <a:gd name="connsiteY7" fmla="*/ 423060 h 1354579"/>
              <a:gd name="connsiteX8" fmla="*/ 3497212 w 3596476"/>
              <a:gd name="connsiteY8" fmla="*/ 530108 h 1354579"/>
              <a:gd name="connsiteX9" fmla="*/ 3541224 w 3596476"/>
              <a:gd name="connsiteY9" fmla="*/ 1134558 h 1354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96476" h="1354579">
                <a:moveTo>
                  <a:pt x="3541224" y="1134558"/>
                </a:moveTo>
                <a:cubicBezTo>
                  <a:pt x="3451503" y="1271639"/>
                  <a:pt x="3292671" y="1334806"/>
                  <a:pt x="2958885" y="1352595"/>
                </a:cubicBezTo>
                <a:cubicBezTo>
                  <a:pt x="2625099" y="1370384"/>
                  <a:pt x="1954846" y="1263323"/>
                  <a:pt x="1538510" y="1241291"/>
                </a:cubicBezTo>
                <a:cubicBezTo>
                  <a:pt x="1122174" y="1219259"/>
                  <a:pt x="716677" y="1322588"/>
                  <a:pt x="460871" y="1220401"/>
                </a:cubicBezTo>
                <a:cubicBezTo>
                  <a:pt x="205065" y="1118214"/>
                  <a:pt x="31972" y="803299"/>
                  <a:pt x="3671" y="628170"/>
                </a:cubicBezTo>
                <a:cubicBezTo>
                  <a:pt x="-24630" y="453041"/>
                  <a:pt x="114441" y="272656"/>
                  <a:pt x="291064" y="169628"/>
                </a:cubicBezTo>
                <a:cubicBezTo>
                  <a:pt x="467687" y="66600"/>
                  <a:pt x="632459" y="-32236"/>
                  <a:pt x="1063410" y="10003"/>
                </a:cubicBezTo>
                <a:cubicBezTo>
                  <a:pt x="1494361" y="52242"/>
                  <a:pt x="2400523" y="376709"/>
                  <a:pt x="2876773" y="423060"/>
                </a:cubicBezTo>
                <a:cubicBezTo>
                  <a:pt x="3353023" y="469410"/>
                  <a:pt x="3386470" y="411525"/>
                  <a:pt x="3497212" y="530108"/>
                </a:cubicBezTo>
                <a:cubicBezTo>
                  <a:pt x="3607954" y="648691"/>
                  <a:pt x="3630945" y="997477"/>
                  <a:pt x="3541224" y="1134558"/>
                </a:cubicBezTo>
                <a:close/>
              </a:path>
            </a:pathLst>
          </a:custGeom>
          <a:solidFill>
            <a:srgbClr val="F4B8B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RU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43B5DC49-862E-F94F-831C-874F4722AE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43176"/>
          <a:stretch>
            <a:fillRect/>
          </a:stretch>
        </p:blipFill>
        <p:spPr>
          <a:xfrm rot="4509624">
            <a:off x="3922606" y="3912472"/>
            <a:ext cx="7835008" cy="4452180"/>
          </a:xfrm>
          <a:custGeom>
            <a:avLst/>
            <a:gdLst>
              <a:gd name="connsiteX0" fmla="*/ 7733711 w 7835008"/>
              <a:gd name="connsiteY0" fmla="*/ 1777030 h 4452180"/>
              <a:gd name="connsiteX1" fmla="*/ 7835007 w 7835008"/>
              <a:gd name="connsiteY1" fmla="*/ 1803868 h 4452180"/>
              <a:gd name="connsiteX2" fmla="*/ 7835008 w 7835008"/>
              <a:gd name="connsiteY2" fmla="*/ 4452180 h 4452180"/>
              <a:gd name="connsiteX3" fmla="*/ 7024929 w 7835008"/>
              <a:gd name="connsiteY3" fmla="*/ 4452180 h 4452180"/>
              <a:gd name="connsiteX4" fmla="*/ 0 w 7835008"/>
              <a:gd name="connsiteY4" fmla="*/ 3875052 h 4452180"/>
              <a:gd name="connsiteX5" fmla="*/ 1026699 w 7835008"/>
              <a:gd name="connsiteY5" fmla="*/ 0 h 4452180"/>
              <a:gd name="connsiteX6" fmla="*/ 4967427 w 7835008"/>
              <a:gd name="connsiteY6" fmla="*/ 1044100 h 4452180"/>
              <a:gd name="connsiteX7" fmla="*/ 4064454 w 7835008"/>
              <a:gd name="connsiteY7" fmla="*/ 4452180 h 4452180"/>
              <a:gd name="connsiteX8" fmla="*/ 0 w 7835008"/>
              <a:gd name="connsiteY8" fmla="*/ 4452179 h 4452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35008" h="4452180">
                <a:moveTo>
                  <a:pt x="7733711" y="1777030"/>
                </a:moveTo>
                <a:lnTo>
                  <a:pt x="7835007" y="1803868"/>
                </a:lnTo>
                <a:lnTo>
                  <a:pt x="7835008" y="4452180"/>
                </a:lnTo>
                <a:lnTo>
                  <a:pt x="7024929" y="4452180"/>
                </a:lnTo>
                <a:close/>
                <a:moveTo>
                  <a:pt x="0" y="3875052"/>
                </a:moveTo>
                <a:lnTo>
                  <a:pt x="1026699" y="0"/>
                </a:lnTo>
                <a:lnTo>
                  <a:pt x="4967427" y="1044100"/>
                </a:lnTo>
                <a:lnTo>
                  <a:pt x="4064454" y="4452180"/>
                </a:lnTo>
                <a:lnTo>
                  <a:pt x="0" y="4452179"/>
                </a:lnTo>
                <a:close/>
              </a:path>
            </a:pathLst>
          </a:cu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288230C4-A1E9-6C4E-90FE-66AF6B309F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804" t="54533" r="42744"/>
          <a:stretch>
            <a:fillRect/>
          </a:stretch>
        </p:blipFill>
        <p:spPr>
          <a:xfrm rot="5175372">
            <a:off x="5412987" y="3005962"/>
            <a:ext cx="4344673" cy="3562372"/>
          </a:xfrm>
          <a:custGeom>
            <a:avLst/>
            <a:gdLst>
              <a:gd name="connsiteX0" fmla="*/ 0 w 4344673"/>
              <a:gd name="connsiteY0" fmla="*/ 3562372 h 3562372"/>
              <a:gd name="connsiteX1" fmla="*/ 470329 w 4344673"/>
              <a:gd name="connsiteY1" fmla="*/ 0 h 3562372"/>
              <a:gd name="connsiteX2" fmla="*/ 3677134 w 4344673"/>
              <a:gd name="connsiteY2" fmla="*/ 209836 h 3562372"/>
              <a:gd name="connsiteX3" fmla="*/ 4344673 w 4344673"/>
              <a:gd name="connsiteY3" fmla="*/ 297969 h 3562372"/>
              <a:gd name="connsiteX4" fmla="*/ 4149726 w 4344673"/>
              <a:gd name="connsiteY4" fmla="*/ 3277219 h 3562372"/>
              <a:gd name="connsiteX5" fmla="*/ 4112078 w 4344673"/>
              <a:gd name="connsiteY5" fmla="*/ 3562371 h 35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44673" h="3562372">
                <a:moveTo>
                  <a:pt x="0" y="3562372"/>
                </a:moveTo>
                <a:lnTo>
                  <a:pt x="470329" y="0"/>
                </a:lnTo>
                <a:lnTo>
                  <a:pt x="3677134" y="209836"/>
                </a:lnTo>
                <a:lnTo>
                  <a:pt x="4344673" y="297969"/>
                </a:lnTo>
                <a:lnTo>
                  <a:pt x="4149726" y="3277219"/>
                </a:lnTo>
                <a:lnTo>
                  <a:pt x="4112078" y="3562371"/>
                </a:lnTo>
                <a:close/>
              </a:path>
            </a:pathLst>
          </a:cu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1C294DE8-583B-E14F-9980-FC6B2D2002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21332" t="33332"/>
          <a:stretch>
            <a:fillRect/>
          </a:stretch>
        </p:blipFill>
        <p:spPr>
          <a:xfrm rot="20539832">
            <a:off x="2386385" y="2482695"/>
            <a:ext cx="3324780" cy="2817645"/>
          </a:xfrm>
          <a:custGeom>
            <a:avLst/>
            <a:gdLst>
              <a:gd name="connsiteX0" fmla="*/ 897572 w 3324780"/>
              <a:gd name="connsiteY0" fmla="*/ 0 h 2817645"/>
              <a:gd name="connsiteX1" fmla="*/ 3324780 w 3324780"/>
              <a:gd name="connsiteY1" fmla="*/ 773196 h 2817645"/>
              <a:gd name="connsiteX2" fmla="*/ 3324780 w 3324780"/>
              <a:gd name="connsiteY2" fmla="*/ 2817645 h 2817645"/>
              <a:gd name="connsiteX3" fmla="*/ 0 w 3324780"/>
              <a:gd name="connsiteY3" fmla="*/ 2817645 h 281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4780" h="2817645">
                <a:moveTo>
                  <a:pt x="897572" y="0"/>
                </a:moveTo>
                <a:lnTo>
                  <a:pt x="3324780" y="773196"/>
                </a:lnTo>
                <a:lnTo>
                  <a:pt x="3324780" y="2817645"/>
                </a:lnTo>
                <a:lnTo>
                  <a:pt x="0" y="2817645"/>
                </a:lnTo>
                <a:close/>
              </a:path>
            </a:pathLst>
          </a:cu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7EC31D-0EFB-9843-87CB-6FF99BB27FB3}"/>
              </a:ext>
            </a:extLst>
          </p:cNvPr>
          <p:cNvSpPr txBox="1"/>
          <p:nvPr/>
        </p:nvSpPr>
        <p:spPr>
          <a:xfrm>
            <a:off x="8349533" y="6165304"/>
            <a:ext cx="7152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1000" b="1" dirty="0">
                <a:solidFill>
                  <a:srgbClr val="433781"/>
                </a:solidFill>
                <a:latin typeface="Dante" panose="02020502050200020203" pitchFamily="18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Moderna</a:t>
            </a:r>
            <a:br>
              <a:rPr lang="en-RU" sz="400" dirty="0">
                <a:solidFill>
                  <a:srgbClr val="43378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RU" sz="500" dirty="0">
                <a:solidFill>
                  <a:srgbClr val="43378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BRAND IDENTITY</a:t>
            </a:r>
          </a:p>
        </p:txBody>
      </p:sp>
    </p:spTree>
    <p:extLst>
      <p:ext uri="{BB962C8B-B14F-4D97-AF65-F5344CB8AC3E}">
        <p14:creationId xmlns:p14="http://schemas.microsoft.com/office/powerpoint/2010/main" val="4218015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18</Words>
  <Application>Microsoft Office PowerPoint</Application>
  <PresentationFormat>Широкоэкранный</PresentationFormat>
  <Paragraphs>7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18</cp:revision>
  <dcterms:created xsi:type="dcterms:W3CDTF">2020-10-10T13:58:10Z</dcterms:created>
  <dcterms:modified xsi:type="dcterms:W3CDTF">2020-11-24T20:20:30Z</dcterms:modified>
</cp:coreProperties>
</file>