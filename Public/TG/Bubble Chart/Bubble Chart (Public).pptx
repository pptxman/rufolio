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412750" rtl="0" fontAlgn="auto" latinLnBrk="0" hangingPunct="0">
      <a:lnSpc>
        <a:spcPct val="80000"/>
      </a:lnSpc>
      <a:spcBef>
        <a:spcPts val="1800"/>
      </a:spcBef>
      <a:spcAft>
        <a:spcPts val="0"/>
      </a:spcAft>
      <a:buClrTx/>
      <a:buSzTx/>
      <a:buFontTx/>
      <a:buNone/>
      <a:tabLst/>
      <a:defRPr kumimoji="0" sz="2100" b="0" i="0" u="none" strike="noStrike" cap="none" spc="-21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08185"/>
    <a:srgbClr val="000033"/>
    <a:srgbClr val="3A3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3585F"/>
        </a:fontRef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3A39E5"/>
        </a:fontRef>
        <a:srgbClr val="3A39E5"/>
      </a:tcTxStyle>
      <a:tcStyle>
        <a:tcBdr>
          <a:left>
            <a:ln w="12700" cap="flat">
              <a:solidFill>
                <a:srgbClr val="525760"/>
              </a:solidFill>
              <a:prstDash val="solid"/>
              <a:miter lim="400000"/>
            </a:ln>
          </a:left>
          <a:right>
            <a:ln w="38100" cap="flat">
              <a:solidFill>
                <a:schemeClr val="accent1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25760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525760"/>
              </a:solidFill>
              <a:prstDash val="solid"/>
              <a:miter lim="400000"/>
            </a:ln>
          </a:top>
          <a:bottom>
            <a:ln w="12700" cap="flat">
              <a:solidFill>
                <a:srgbClr val="54585E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AEAEA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53575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solidFill>
            <a:schemeClr val="accent4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38100" cap="flat">
              <a:solidFill>
                <a:srgbClr val="54585E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54585E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45357"/>
              <a:satOff val="2412"/>
              <a:lumOff val="-28753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45A62"/>
              </a:solidFill>
              <a:prstDash val="solid"/>
              <a:miter lim="400000"/>
            </a:ln>
          </a:left>
          <a:right>
            <a:ln w="12700" cap="flat">
              <a:solidFill>
                <a:srgbClr val="545A62"/>
              </a:solidFill>
              <a:prstDash val="solid"/>
              <a:miter lim="400000"/>
            </a:ln>
          </a:right>
          <a:top>
            <a:ln w="12700" cap="flat">
              <a:solidFill>
                <a:srgbClr val="545A62"/>
              </a:solidFill>
              <a:prstDash val="solid"/>
              <a:miter lim="400000"/>
            </a:ln>
          </a:top>
          <a:bottom>
            <a:ln w="12700" cap="flat">
              <a:solidFill>
                <a:srgbClr val="545A62"/>
              </a:solidFill>
              <a:prstDash val="solid"/>
              <a:miter lim="400000"/>
            </a:ln>
          </a:bottom>
          <a:insideH>
            <a:ln w="12700" cap="flat">
              <a:solidFill>
                <a:srgbClr val="545A62"/>
              </a:solidFill>
              <a:prstDash val="solid"/>
              <a:miter lim="400000"/>
            </a:ln>
          </a:insideH>
          <a:insideV>
            <a:ln w="12700" cap="flat">
              <a:solidFill>
                <a:srgbClr val="545A6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9FA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53575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45A62"/>
              </a:solidFill>
              <a:prstDash val="solid"/>
              <a:miter lim="400000"/>
            </a:ln>
          </a:right>
          <a:top>
            <a:ln w="12700" cap="flat">
              <a:solidFill>
                <a:srgbClr val="555A61"/>
              </a:solidFill>
              <a:prstDash val="solid"/>
              <a:miter lim="400000"/>
            </a:ln>
          </a:top>
          <a:bottom>
            <a:ln w="12700" cap="flat">
              <a:solidFill>
                <a:srgbClr val="555A61"/>
              </a:solidFill>
              <a:prstDash val="solid"/>
              <a:miter lim="400000"/>
            </a:ln>
          </a:bottom>
          <a:insideH>
            <a:ln w="12700" cap="flat">
              <a:solidFill>
                <a:srgbClr val="555A61"/>
              </a:solidFill>
              <a:prstDash val="solid"/>
              <a:miter lim="400000"/>
            </a:ln>
          </a:insideH>
          <a:insideV>
            <a:ln w="12700" cap="flat">
              <a:solidFill>
                <a:srgbClr val="555A61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527787"/>
              <a:satOff val="-26837"/>
              <a:lumOff val="15324"/>
            </a:scheme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45A62"/>
              </a:solidFill>
              <a:prstDash val="solid"/>
              <a:miter lim="400000"/>
            </a:ln>
          </a:left>
          <a:right>
            <a:ln w="12700" cap="flat">
              <a:solidFill>
                <a:srgbClr val="545A62"/>
              </a:solidFill>
              <a:prstDash val="solid"/>
              <a:miter lim="400000"/>
            </a:ln>
          </a:right>
          <a:top>
            <a:ln w="38100" cap="flat">
              <a:solidFill>
                <a:srgbClr val="545A62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45A62"/>
              </a:solidFill>
              <a:prstDash val="solid"/>
              <a:miter lim="400000"/>
            </a:ln>
          </a:insideH>
          <a:insideV>
            <a:ln w="12700" cap="flat">
              <a:solidFill>
                <a:srgbClr val="545A6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238625"/>
              <a:satOff val="-6134"/>
              <a:lumOff val="8689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6F4E4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5357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38100" cap="flat">
              <a:solidFill>
                <a:srgbClr val="53585F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solidFill>
            <a:schemeClr val="accent5">
              <a:hueOff val="503731"/>
              <a:lumOff val="7092"/>
            </a:scheme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miter lim="400000"/>
            </a:ln>
          </a:left>
          <a:right>
            <a:ln w="12700" cap="flat">
              <a:solidFill>
                <a:srgbClr val="53585F"/>
              </a:solidFill>
              <a:prstDash val="solid"/>
              <a:miter lim="400000"/>
            </a:ln>
          </a:right>
          <a:top>
            <a:ln w="38100" cap="flat">
              <a:solidFill>
                <a:srgbClr val="54585E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3585F"/>
              </a:solidFill>
              <a:prstDash val="solid"/>
              <a:miter lim="400000"/>
            </a:ln>
          </a:insideH>
          <a:insideV>
            <a:ln w="12700" cap="flat">
              <a:solidFill>
                <a:srgbClr val="53585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53575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53585F"/>
              </a:solidFill>
              <a:prstDash val="solid"/>
              <a:miter lim="400000"/>
            </a:ln>
          </a:top>
          <a:bottom>
            <a:ln w="12700" cap="flat">
              <a:solidFill>
                <a:srgbClr val="53585F"/>
              </a:solidFill>
              <a:prstDash val="solid"/>
              <a:miter lim="400000"/>
            </a:ln>
          </a:bottom>
          <a:insideH>
            <a:ln w="12700" cap="flat">
              <a:solidFill>
                <a:srgbClr val="54585E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53585F"/>
      </a:tcTxStyle>
      <a:tcStyle>
        <a:tcBdr>
          <a:left>
            <a:ln w="12700" cap="flat">
              <a:solidFill>
                <a:srgbClr val="A8A8A8"/>
              </a:solidFill>
              <a:prstDash val="solid"/>
              <a:miter lim="400000"/>
            </a:ln>
          </a:left>
          <a:right>
            <a:ln w="12700" cap="flat">
              <a:solidFill>
                <a:srgbClr val="A8A8A8"/>
              </a:solidFill>
              <a:prstDash val="solid"/>
              <a:miter lim="400000"/>
            </a:ln>
          </a:right>
          <a:top>
            <a:ln w="12700" cap="flat">
              <a:solidFill>
                <a:srgbClr val="A8A8A8"/>
              </a:solidFill>
              <a:prstDash val="solid"/>
              <a:miter lim="400000"/>
            </a:ln>
          </a:top>
          <a:bottom>
            <a:ln w="12700" cap="flat">
              <a:solidFill>
                <a:srgbClr val="A8A8A8"/>
              </a:solidFill>
              <a:prstDash val="solid"/>
              <a:miter lim="400000"/>
            </a:ln>
          </a:bottom>
          <a:insideH>
            <a:ln w="12700" cap="flat">
              <a:solidFill>
                <a:srgbClr val="A8A8A8"/>
              </a:solidFill>
              <a:prstDash val="solid"/>
              <a:miter lim="400000"/>
            </a:ln>
          </a:insideH>
          <a:insideV>
            <a:ln w="12700" cap="flat">
              <a:solidFill>
                <a:srgbClr val="A8A8A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5666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EBEB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38100" cap="flat">
              <a:solidFill>
                <a:srgbClr val="656667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A8A8A9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6"/>
    <p:restoredTop sz="96035"/>
  </p:normalViewPr>
  <p:slideViewPr>
    <p:cSldViewPr snapToGrid="0" snapToObjects="1">
      <p:cViewPr varScale="1">
        <p:scale>
          <a:sx n="100" d="100"/>
          <a:sy n="100" d="100"/>
        </p:scale>
        <p:origin x="184" y="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dmr B." userId="7d8b44abef05904b" providerId="LiveId" clId="{201B8C65-89B1-764F-BCEA-1C78A9440341}"/>
    <pc:docChg chg="modSld">
      <pc:chgData name="Vldmr B." userId="7d8b44abef05904b" providerId="LiveId" clId="{201B8C65-89B1-764F-BCEA-1C78A9440341}" dt="2024-05-29T05:08:39.876" v="4" actId="20577"/>
      <pc:docMkLst>
        <pc:docMk/>
      </pc:docMkLst>
      <pc:sldChg chg="modSp">
        <pc:chgData name="Vldmr B." userId="7d8b44abef05904b" providerId="LiveId" clId="{201B8C65-89B1-764F-BCEA-1C78A9440341}" dt="2024-05-29T05:08:39.876" v="4" actId="20577"/>
        <pc:sldMkLst>
          <pc:docMk/>
          <pc:sldMk cId="0" sldId="256"/>
        </pc:sldMkLst>
        <pc:graphicFrameChg chg="mod">
          <ac:chgData name="Vldmr B." userId="7d8b44abef05904b" providerId="LiveId" clId="{201B8C65-89B1-764F-BCEA-1C78A9440341}" dt="2024-05-29T05:08:39.876" v="4" actId="20577"/>
          <ac:graphicFrameMkLst>
            <pc:docMk/>
            <pc:sldMk cId="0" sldId="256"/>
            <ac:graphicFrameMk id="6" creationId="{BCA0EC23-446E-2B4F-966B-AC913BAA76B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Зачем вы</a:t>
            </a:r>
            <a:r>
              <a:rPr lang="en-US" baseline="0" dirty="0"/>
              <a:t> </a:t>
            </a:r>
            <a:r>
              <a:rPr lang="ru-RU" dirty="0"/>
              <a:t>здесь?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Зачем вы в здесь?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C8-934D-9900-055612E0B5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C8-934D-9900-055612E0B5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C8-934D-9900-055612E0B5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9C8-934D-9900-055612E0B5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9C8-934D-9900-055612E0B5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Это дополнительный доход</c:v>
                </c:pt>
                <c:pt idx="1">
                  <c:v>Хочу сделать интернет лучше</c:v>
                </c:pt>
                <c:pt idx="2">
                  <c:v>Хочу стать асессором</c:v>
                </c:pt>
                <c:pt idx="3">
                  <c:v>Это мой основной доход</c:v>
                </c:pt>
                <c:pt idx="4">
                  <c:v>Для развлечения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0.41</c:v>
                </c:pt>
                <c:pt idx="1">
                  <c:v>0.28999999999999998</c:v>
                </c:pt>
                <c:pt idx="2">
                  <c:v>0.15</c:v>
                </c:pt>
                <c:pt idx="3">
                  <c:v>0.09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C8-934D-9900-055612E0B5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92646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 b="0" i="0">
        <a:latin typeface="Arial" panose="020B0604020202020204" pitchFamily="34" charset="0"/>
        <a:ea typeface="Helvetica Neue"/>
        <a:cs typeface="Arial" panose="020B0604020202020204" pitchFamily="34" charset="0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Select="1"/>
          </p:cNvGrpSpPr>
          <p:nvPr userDrawn="1">
            <p:custDataLst>
              <p:tags r:id="rId1"/>
            </p:custDataLst>
          </p:nvPr>
        </p:nvGrpSpPr>
        <p:grpSpPr>
          <a:xfrm>
            <a:off x="0" y="6898623"/>
            <a:ext cx="4721846" cy="140319"/>
            <a:chOff x="0" y="6898623"/>
            <a:chExt cx="4721846" cy="140319"/>
          </a:xfrm>
        </p:grpSpPr>
        <p:sp>
          <p:nvSpPr>
            <p:cNvPr id="8" name="Text Placeholder 15">
              <a:extLst>
                <a:ext uri="{FF2B5EF4-FFF2-40B4-BE49-F238E27FC236}">
                  <a16:creationId xmlns:a16="http://schemas.microsoft.com/office/drawing/2014/main" id="{34C99151-E0A9-9649-B0A1-0E20D23B2A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0" y="6906232"/>
              <a:ext cx="1923898" cy="12311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1400" b="1" kern="1200" dirty="0" smtClean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 b="0" spc="0" baseline="0" dirty="0">
                  <a:solidFill>
                    <a:srgbClr val="808185"/>
                  </a:solidFill>
                  <a:latin typeface="+mj-lt"/>
                  <a:ea typeface="Helvetica Neue" panose="02000503000000020004" pitchFamily="2" charset="0"/>
                  <a:cs typeface="Helvetica Neue" panose="02000503000000020004" pitchFamily="2" charset="0"/>
                </a:rPr>
                <a:t>More PowerPoint and presentations stuff:</a:t>
              </a:r>
              <a:endParaRPr lang="x-none" sz="800" b="0" spc="0" baseline="0">
                <a:solidFill>
                  <a:srgbClr val="808185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Text Placeholder 15">
              <a:extLst>
                <a:ext uri="{FF2B5EF4-FFF2-40B4-BE49-F238E27FC236}">
                  <a16:creationId xmlns:a16="http://schemas.microsoft.com/office/drawing/2014/main" id="{0A7295B6-F2E5-DA48-9AE5-A7D5BF0FE0A9}"/>
                </a:ext>
              </a:extLst>
            </p:cNvPr>
            <p:cNvSpPr txBox="1">
              <a:spLocks/>
            </p:cNvSpPr>
            <p:nvPr/>
          </p:nvSpPr>
          <p:spPr>
            <a:xfrm>
              <a:off x="4221709" y="6906232"/>
              <a:ext cx="500137" cy="123111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1400" b="1" kern="1200" dirty="0" smtClean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 b="0" spc="0" baseline="0" dirty="0">
                  <a:solidFill>
                    <a:srgbClr val="808185"/>
                  </a:solidFill>
                  <a:latin typeface="+mj-lt"/>
                  <a:ea typeface="Helvetica Neue" panose="02000503000000020004" pitchFamily="2" charset="0"/>
                  <a:cs typeface="Helvetica Neue" panose="02000503000000020004" pitchFamily="2" charset="0"/>
                </a:rPr>
                <a:t>@pptxmen</a:t>
              </a:r>
              <a:endParaRPr lang="x-none" sz="800" b="0" spc="0" baseline="0">
                <a:solidFill>
                  <a:srgbClr val="808185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CFC91B8-FA38-B848-85A8-A7854E9D688E}"/>
                </a:ext>
              </a:extLst>
            </p:cNvPr>
            <p:cNvGrpSpPr/>
            <p:nvPr/>
          </p:nvGrpSpPr>
          <p:grpSpPr>
            <a:xfrm>
              <a:off x="4052925" y="6898623"/>
              <a:ext cx="136461" cy="136461"/>
              <a:chOff x="8522950" y="6438590"/>
              <a:chExt cx="204486" cy="204486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05935182-CA82-704B-9E8B-9C3FF4354295}"/>
                  </a:ext>
                </a:extLst>
              </p:cNvPr>
              <p:cNvSpPr/>
              <p:nvPr/>
            </p:nvSpPr>
            <p:spPr>
              <a:xfrm>
                <a:off x="8522950" y="6438590"/>
                <a:ext cx="204486" cy="204486"/>
              </a:xfrm>
              <a:prstGeom prst="roundRect">
                <a:avLst/>
              </a:prstGeom>
              <a:solidFill>
                <a:srgbClr val="E3E3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800" spc="0" baseline="0">
                  <a:latin typeface="+mj-lt"/>
                </a:endParaRPr>
              </a:p>
            </p:txBody>
          </p:sp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929ABCF8-F43D-724A-A781-AA0F0B1FE9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556002" y="6482442"/>
                <a:ext cx="127581" cy="127581"/>
              </a:xfrm>
              <a:prstGeom prst="rect">
                <a:avLst/>
              </a:prstGeom>
            </p:spPr>
          </p:pic>
        </p:grpSp>
        <p:sp>
          <p:nvSpPr>
            <p:cNvPr id="23" name="Text Placeholder 15">
              <a:extLst>
                <a:ext uri="{FF2B5EF4-FFF2-40B4-BE49-F238E27FC236}">
                  <a16:creationId xmlns:a16="http://schemas.microsoft.com/office/drawing/2014/main" id="{6D34B2BD-FB9D-734A-A47C-9318B42DD9DE}"/>
                </a:ext>
              </a:extLst>
            </p:cNvPr>
            <p:cNvSpPr txBox="1">
              <a:spLocks/>
            </p:cNvSpPr>
            <p:nvPr/>
          </p:nvSpPr>
          <p:spPr>
            <a:xfrm>
              <a:off x="2178919" y="6906232"/>
              <a:ext cx="682879" cy="123111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1400" b="1" kern="1200" dirty="0" smtClean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 b="0" spc="0" baseline="0" dirty="0">
                  <a:solidFill>
                    <a:srgbClr val="808185"/>
                  </a:solidFill>
                  <a:latin typeface="+mj-lt"/>
                  <a:ea typeface="Helvetica Neue" panose="02000503000000020004" pitchFamily="2" charset="0"/>
                  <a:cs typeface="Helvetica Neue" panose="02000503000000020004" pitchFamily="2" charset="0"/>
                </a:rPr>
                <a:t>fb.me/pptxman</a:t>
              </a:r>
              <a:endParaRPr lang="x-none" sz="800" b="0" spc="0" baseline="0">
                <a:solidFill>
                  <a:srgbClr val="808185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A80A76C-CF89-CE42-A8D0-CE5C8ED1A956}"/>
                </a:ext>
              </a:extLst>
            </p:cNvPr>
            <p:cNvGrpSpPr/>
            <p:nvPr userDrawn="1"/>
          </p:nvGrpSpPr>
          <p:grpSpPr>
            <a:xfrm>
              <a:off x="2003831" y="6898623"/>
              <a:ext cx="136460" cy="136461"/>
              <a:chOff x="10279586" y="6438590"/>
              <a:chExt cx="204486" cy="204486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A8ACEE72-F2F5-5D44-A240-2E86E3AF9D5E}"/>
                  </a:ext>
                </a:extLst>
              </p:cNvPr>
              <p:cNvSpPr/>
              <p:nvPr userDrawn="1"/>
            </p:nvSpPr>
            <p:spPr>
              <a:xfrm>
                <a:off x="10279586" y="6438590"/>
                <a:ext cx="204486" cy="204486"/>
              </a:xfrm>
              <a:prstGeom prst="roundRect">
                <a:avLst/>
              </a:prstGeom>
              <a:solidFill>
                <a:srgbClr val="E3E3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800" spc="0" baseline="0">
                  <a:latin typeface="+mj-lt"/>
                </a:endParaRPr>
              </a:p>
            </p:txBody>
          </p:sp>
          <p:grpSp>
            <p:nvGrpSpPr>
              <p:cNvPr id="3" name="Graphic 25">
                <a:extLst>
                  <a:ext uri="{FF2B5EF4-FFF2-40B4-BE49-F238E27FC236}">
                    <a16:creationId xmlns:a16="http://schemas.microsoft.com/office/drawing/2014/main" id="{93B80479-34F8-9243-9E7A-7FD318AF4338}"/>
                  </a:ext>
                </a:extLst>
              </p:cNvPr>
              <p:cNvGrpSpPr/>
              <p:nvPr/>
            </p:nvGrpSpPr>
            <p:grpSpPr>
              <a:xfrm>
                <a:off x="10314127" y="6473130"/>
                <a:ext cx="135403" cy="135404"/>
                <a:chOff x="10314127" y="6473130"/>
                <a:chExt cx="135403" cy="135404"/>
              </a:xfrm>
              <a:solidFill>
                <a:srgbClr val="000000"/>
              </a:solidFill>
            </p:grpSpPr>
            <p:sp>
              <p:nvSpPr>
                <p:cNvPr id="4" name="Freeform 3">
                  <a:extLst>
                    <a:ext uri="{FF2B5EF4-FFF2-40B4-BE49-F238E27FC236}">
                      <a16:creationId xmlns:a16="http://schemas.microsoft.com/office/drawing/2014/main" id="{67BC97BC-AB27-C449-97FF-CCAA4A7933D8}"/>
                    </a:ext>
                  </a:extLst>
                </p:cNvPr>
                <p:cNvSpPr/>
                <p:nvPr/>
              </p:nvSpPr>
              <p:spPr>
                <a:xfrm>
                  <a:off x="10314127" y="6473130"/>
                  <a:ext cx="135403" cy="135404"/>
                </a:xfrm>
                <a:custGeom>
                  <a:avLst/>
                  <a:gdLst>
                    <a:gd name="connsiteX0" fmla="*/ 127931 w 135403"/>
                    <a:gd name="connsiteY0" fmla="*/ 135405 h 135404"/>
                    <a:gd name="connsiteX1" fmla="*/ 135403 w 135403"/>
                    <a:gd name="connsiteY1" fmla="*/ 127931 h 135404"/>
                    <a:gd name="connsiteX2" fmla="*/ 135403 w 135403"/>
                    <a:gd name="connsiteY2" fmla="*/ 7473 h 135404"/>
                    <a:gd name="connsiteX3" fmla="*/ 127931 w 135403"/>
                    <a:gd name="connsiteY3" fmla="*/ 0 h 135404"/>
                    <a:gd name="connsiteX4" fmla="*/ 7473 w 135403"/>
                    <a:gd name="connsiteY4" fmla="*/ 0 h 135404"/>
                    <a:gd name="connsiteX5" fmla="*/ 0 w 135403"/>
                    <a:gd name="connsiteY5" fmla="*/ 7473 h 135404"/>
                    <a:gd name="connsiteX6" fmla="*/ 0 w 135403"/>
                    <a:gd name="connsiteY6" fmla="*/ 127931 h 135404"/>
                    <a:gd name="connsiteX7" fmla="*/ 7473 w 135403"/>
                    <a:gd name="connsiteY7" fmla="*/ 135405 h 135404"/>
                    <a:gd name="connsiteX8" fmla="*/ 127931 w 135403"/>
                    <a:gd name="connsiteY8" fmla="*/ 135405 h 135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5403" h="135404">
                      <a:moveTo>
                        <a:pt x="127931" y="135405"/>
                      </a:moveTo>
                      <a:cubicBezTo>
                        <a:pt x="132057" y="135405"/>
                        <a:pt x="135403" y="132058"/>
                        <a:pt x="135403" y="127931"/>
                      </a:cubicBezTo>
                      <a:lnTo>
                        <a:pt x="135403" y="7473"/>
                      </a:lnTo>
                      <a:cubicBezTo>
                        <a:pt x="135403" y="3345"/>
                        <a:pt x="132058" y="0"/>
                        <a:pt x="127931" y="0"/>
                      </a:cubicBezTo>
                      <a:lnTo>
                        <a:pt x="7473" y="0"/>
                      </a:lnTo>
                      <a:cubicBezTo>
                        <a:pt x="3345" y="0"/>
                        <a:pt x="0" y="3345"/>
                        <a:pt x="0" y="7473"/>
                      </a:cubicBezTo>
                      <a:lnTo>
                        <a:pt x="0" y="127931"/>
                      </a:lnTo>
                      <a:cubicBezTo>
                        <a:pt x="0" y="132058"/>
                        <a:pt x="3345" y="135405"/>
                        <a:pt x="7473" y="135405"/>
                      </a:cubicBezTo>
                      <a:lnTo>
                        <a:pt x="127931" y="135405"/>
                      </a:lnTo>
                      <a:close/>
                    </a:path>
                  </a:pathLst>
                </a:custGeom>
                <a:solidFill>
                  <a:srgbClr val="808185"/>
                </a:solidFill>
                <a:ln w="71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 sz="800" spc="0" baseline="0">
                    <a:latin typeface="+mj-lt"/>
                  </a:endParaRPr>
                </a:p>
              </p:txBody>
            </p:sp>
            <p:sp>
              <p:nvSpPr>
                <p:cNvPr id="5" name="Freeform 4">
                  <a:extLst>
                    <a:ext uri="{FF2B5EF4-FFF2-40B4-BE49-F238E27FC236}">
                      <a16:creationId xmlns:a16="http://schemas.microsoft.com/office/drawing/2014/main" id="{4A3CA0B0-3D6E-8149-8CA9-9F593DD14952}"/>
                    </a:ext>
                  </a:extLst>
                </p:cNvPr>
                <p:cNvSpPr/>
                <p:nvPr/>
              </p:nvSpPr>
              <p:spPr>
                <a:xfrm>
                  <a:off x="10368804" y="6493581"/>
                  <a:ext cx="59696" cy="114953"/>
                </a:xfrm>
                <a:custGeom>
                  <a:avLst/>
                  <a:gdLst>
                    <a:gd name="connsiteX0" fmla="*/ 38748 w 59696"/>
                    <a:gd name="connsiteY0" fmla="*/ 114954 h 114953"/>
                    <a:gd name="connsiteX1" fmla="*/ 38748 w 59696"/>
                    <a:gd name="connsiteY1" fmla="*/ 62518 h 114953"/>
                    <a:gd name="connsiteX2" fmla="*/ 56349 w 59696"/>
                    <a:gd name="connsiteY2" fmla="*/ 62518 h 114953"/>
                    <a:gd name="connsiteX3" fmla="*/ 58984 w 59696"/>
                    <a:gd name="connsiteY3" fmla="*/ 42083 h 114953"/>
                    <a:gd name="connsiteX4" fmla="*/ 38748 w 59696"/>
                    <a:gd name="connsiteY4" fmla="*/ 42083 h 114953"/>
                    <a:gd name="connsiteX5" fmla="*/ 38748 w 59696"/>
                    <a:gd name="connsiteY5" fmla="*/ 29036 h 114953"/>
                    <a:gd name="connsiteX6" fmla="*/ 48875 w 59696"/>
                    <a:gd name="connsiteY6" fmla="*/ 19088 h 114953"/>
                    <a:gd name="connsiteX7" fmla="*/ 59697 w 59696"/>
                    <a:gd name="connsiteY7" fmla="*/ 19083 h 114953"/>
                    <a:gd name="connsiteX8" fmla="*/ 59697 w 59696"/>
                    <a:gd name="connsiteY8" fmla="*/ 805 h 114953"/>
                    <a:gd name="connsiteX9" fmla="*/ 43928 w 59696"/>
                    <a:gd name="connsiteY9" fmla="*/ 0 h 114953"/>
                    <a:gd name="connsiteX10" fmla="*/ 17645 w 59696"/>
                    <a:gd name="connsiteY10" fmla="*/ 27012 h 114953"/>
                    <a:gd name="connsiteX11" fmla="*/ 17645 w 59696"/>
                    <a:gd name="connsiteY11" fmla="*/ 42083 h 114953"/>
                    <a:gd name="connsiteX12" fmla="*/ 0 w 59696"/>
                    <a:gd name="connsiteY12" fmla="*/ 42083 h 114953"/>
                    <a:gd name="connsiteX13" fmla="*/ 0 w 59696"/>
                    <a:gd name="connsiteY13" fmla="*/ 62518 h 114953"/>
                    <a:gd name="connsiteX14" fmla="*/ 17645 w 59696"/>
                    <a:gd name="connsiteY14" fmla="*/ 62518 h 114953"/>
                    <a:gd name="connsiteX15" fmla="*/ 17645 w 59696"/>
                    <a:gd name="connsiteY15" fmla="*/ 114954 h 114953"/>
                    <a:gd name="connsiteX16" fmla="*/ 38748 w 59696"/>
                    <a:gd name="connsiteY16" fmla="*/ 114954 h 114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9696" h="114953">
                      <a:moveTo>
                        <a:pt x="38748" y="114954"/>
                      </a:moveTo>
                      <a:lnTo>
                        <a:pt x="38748" y="62518"/>
                      </a:lnTo>
                      <a:lnTo>
                        <a:pt x="56349" y="62518"/>
                      </a:lnTo>
                      <a:lnTo>
                        <a:pt x="58984" y="42083"/>
                      </a:lnTo>
                      <a:lnTo>
                        <a:pt x="38748" y="42083"/>
                      </a:lnTo>
                      <a:lnTo>
                        <a:pt x="38748" y="29036"/>
                      </a:lnTo>
                      <a:cubicBezTo>
                        <a:pt x="38748" y="23120"/>
                        <a:pt x="40391" y="19088"/>
                        <a:pt x="48875" y="19088"/>
                      </a:cubicBezTo>
                      <a:lnTo>
                        <a:pt x="59697" y="19083"/>
                      </a:lnTo>
                      <a:lnTo>
                        <a:pt x="59697" y="805"/>
                      </a:lnTo>
                      <a:cubicBezTo>
                        <a:pt x="57825" y="556"/>
                        <a:pt x="51402" y="0"/>
                        <a:pt x="43928" y="0"/>
                      </a:cubicBezTo>
                      <a:cubicBezTo>
                        <a:pt x="28327" y="0"/>
                        <a:pt x="17645" y="9523"/>
                        <a:pt x="17645" y="27012"/>
                      </a:cubicBezTo>
                      <a:lnTo>
                        <a:pt x="17645" y="42083"/>
                      </a:lnTo>
                      <a:lnTo>
                        <a:pt x="0" y="42083"/>
                      </a:lnTo>
                      <a:lnTo>
                        <a:pt x="0" y="62518"/>
                      </a:lnTo>
                      <a:lnTo>
                        <a:pt x="17645" y="62518"/>
                      </a:lnTo>
                      <a:lnTo>
                        <a:pt x="17645" y="114954"/>
                      </a:lnTo>
                      <a:lnTo>
                        <a:pt x="38748" y="114954"/>
                      </a:lnTo>
                      <a:close/>
                    </a:path>
                  </a:pathLst>
                </a:custGeom>
                <a:solidFill>
                  <a:srgbClr val="E3E3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endParaRPr lang="x-none" sz="800" spc="0" baseline="0">
                    <a:solidFill>
                      <a:schemeClr val="lt1"/>
                    </a:solidFill>
                    <a:latin typeface="+mj-lt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" name="Text Placeholder 15">
              <a:extLst>
                <a:ext uri="{FF2B5EF4-FFF2-40B4-BE49-F238E27FC236}">
                  <a16:creationId xmlns:a16="http://schemas.microsoft.com/office/drawing/2014/main" id="{9048BFB6-12A9-C644-B3F5-81A1D655C44E}"/>
                </a:ext>
              </a:extLst>
            </p:cNvPr>
            <p:cNvSpPr txBox="1">
              <a:spLocks/>
            </p:cNvSpPr>
            <p:nvPr/>
          </p:nvSpPr>
          <p:spPr>
            <a:xfrm>
              <a:off x="3207454" y="6906232"/>
              <a:ext cx="713337" cy="123111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1400" b="1" kern="1200" dirty="0" smtClean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 b="0" spc="0" baseline="0" dirty="0">
                  <a:solidFill>
                    <a:srgbClr val="808185"/>
                  </a:solidFill>
                  <a:latin typeface="+mj-lt"/>
                  <a:ea typeface="Helvetica Neue" panose="02000503000000020004" pitchFamily="2" charset="0"/>
                  <a:cs typeface="Helvetica Neue" panose="02000503000000020004" pitchFamily="2" charset="0"/>
                </a:rPr>
                <a:t>be.net/pptxman</a:t>
              </a:r>
              <a:endParaRPr lang="x-none" sz="800" b="0" spc="0" baseline="0">
                <a:solidFill>
                  <a:srgbClr val="808185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D286706-B329-BC46-AF15-2727BF8E1F6C}"/>
                </a:ext>
              </a:extLst>
            </p:cNvPr>
            <p:cNvGrpSpPr/>
            <p:nvPr/>
          </p:nvGrpSpPr>
          <p:grpSpPr>
            <a:xfrm>
              <a:off x="3021374" y="6902481"/>
              <a:ext cx="136461" cy="136461"/>
              <a:chOff x="11227389" y="6445007"/>
              <a:chExt cx="204486" cy="204486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2129A31-D010-8E43-89BC-534C33FFB4F7}"/>
                  </a:ext>
                </a:extLst>
              </p:cNvPr>
              <p:cNvSpPr/>
              <p:nvPr/>
            </p:nvSpPr>
            <p:spPr>
              <a:xfrm>
                <a:off x="11227389" y="6445007"/>
                <a:ext cx="204486" cy="204486"/>
              </a:xfrm>
              <a:prstGeom prst="roundRect">
                <a:avLst/>
              </a:prstGeom>
              <a:solidFill>
                <a:srgbClr val="E3E3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800" spc="0" baseline="0">
                  <a:latin typeface="+mj-lt"/>
                </a:endParaRPr>
              </a:p>
            </p:txBody>
          </p:sp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0C028E93-8D9E-3144-8F8F-95D1DE45E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261687" y="6501251"/>
                <a:ext cx="146308" cy="91999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-40" baseline="0">
          <a:solidFill>
            <a:schemeClr val="accent4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4127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-40" baseline="0">
          <a:solidFill>
            <a:schemeClr val="accent4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3600" b="0" i="0" u="none" strike="noStrike" cap="none" spc="0" baseline="0">
          <a:solidFill>
            <a:srgbClr val="C3CCB0"/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rial"/>
        </a:defRPr>
      </a:lvl1pPr>
      <a:lvl2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3600" b="0" i="0" u="none" strike="noStrike" cap="none" spc="0" baseline="0">
          <a:solidFill>
            <a:srgbClr val="C3CCB0"/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rial"/>
        </a:defRPr>
      </a:lvl2pPr>
      <a:lvl3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3600" b="0" i="0" u="none" strike="noStrike" cap="none" spc="0" baseline="0">
          <a:solidFill>
            <a:srgbClr val="C3CCB0"/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rial"/>
        </a:defRPr>
      </a:lvl3pPr>
      <a:lvl4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3600" b="0" i="0" u="none" strike="noStrike" cap="none" spc="0" baseline="0">
          <a:solidFill>
            <a:srgbClr val="C3CCB0"/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rial"/>
        </a:defRPr>
      </a:lvl4pPr>
      <a:lvl5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3600" b="0" i="0" u="none" strike="noStrike" cap="none" spc="0" baseline="0">
          <a:solidFill>
            <a:srgbClr val="C3CCB0"/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  <a:sym typeface="Arial"/>
        </a:defRPr>
      </a:lvl5pPr>
      <a:lvl6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4000" b="0" i="0" u="none" strike="noStrike" cap="none" spc="0" baseline="0">
          <a:solidFill>
            <a:srgbClr val="C3CCB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4000" b="0" i="0" u="none" strike="noStrike" cap="none" spc="0" baseline="0">
          <a:solidFill>
            <a:srgbClr val="C3CCB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4000" b="0" i="0" u="none" strike="noStrike" cap="none" spc="0" baseline="0">
          <a:solidFill>
            <a:srgbClr val="C3CCB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2349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234950" algn="l"/>
        </a:tabLst>
        <a:defRPr sz="4000" b="0" i="0" u="none" strike="noStrike" cap="none" spc="0" baseline="0">
          <a:solidFill>
            <a:srgbClr val="C3CCB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4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CA0EC23-446E-2B4F-966B-AC913BAA76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3054461"/>
              </p:ext>
            </p:extLst>
          </p:nvPr>
        </p:nvGraphicFramePr>
        <p:xfrm>
          <a:off x="2032000" y="71966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72F9B2E-E254-8347-804C-D95615F50759}"/>
              </a:ext>
            </a:extLst>
          </p:cNvPr>
          <p:cNvGrpSpPr/>
          <p:nvPr/>
        </p:nvGrpSpPr>
        <p:grpSpPr>
          <a:xfrm>
            <a:off x="792812" y="1121047"/>
            <a:ext cx="10606376" cy="4319938"/>
            <a:chOff x="792812" y="1121047"/>
            <a:chExt cx="10606376" cy="431993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35D785C-418C-474B-8B1A-D5145AB9FC97}"/>
                </a:ext>
              </a:extLst>
            </p:cNvPr>
            <p:cNvSpPr/>
            <p:nvPr/>
          </p:nvSpPr>
          <p:spPr>
            <a:xfrm>
              <a:off x="4751112" y="5256319"/>
              <a:ext cx="1972078" cy="184666"/>
            </a:xfrm>
            <a:custGeom>
              <a:avLst/>
              <a:gdLst>
                <a:gd name="connsiteX0" fmla="*/ 0 w 3844438"/>
                <a:gd name="connsiteY0" fmla="*/ 42901 h 257400"/>
                <a:gd name="connsiteX1" fmla="*/ 42901 w 3844438"/>
                <a:gd name="connsiteY1" fmla="*/ 0 h 257400"/>
                <a:gd name="connsiteX2" fmla="*/ 3801537 w 3844438"/>
                <a:gd name="connsiteY2" fmla="*/ 0 h 257400"/>
                <a:gd name="connsiteX3" fmla="*/ 3844438 w 3844438"/>
                <a:gd name="connsiteY3" fmla="*/ 42901 h 257400"/>
                <a:gd name="connsiteX4" fmla="*/ 3844438 w 3844438"/>
                <a:gd name="connsiteY4" fmla="*/ 214499 h 257400"/>
                <a:gd name="connsiteX5" fmla="*/ 3801537 w 3844438"/>
                <a:gd name="connsiteY5" fmla="*/ 257400 h 257400"/>
                <a:gd name="connsiteX6" fmla="*/ 42901 w 3844438"/>
                <a:gd name="connsiteY6" fmla="*/ 257400 h 257400"/>
                <a:gd name="connsiteX7" fmla="*/ 0 w 3844438"/>
                <a:gd name="connsiteY7" fmla="*/ 214499 h 257400"/>
                <a:gd name="connsiteX8" fmla="*/ 0 w 3844438"/>
                <a:gd name="connsiteY8" fmla="*/ 42901 h 2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4438" h="257400">
                  <a:moveTo>
                    <a:pt x="0" y="42901"/>
                  </a:moveTo>
                  <a:cubicBezTo>
                    <a:pt x="0" y="19207"/>
                    <a:pt x="19207" y="0"/>
                    <a:pt x="42901" y="0"/>
                  </a:cubicBezTo>
                  <a:lnTo>
                    <a:pt x="3801537" y="0"/>
                  </a:lnTo>
                  <a:cubicBezTo>
                    <a:pt x="3825231" y="0"/>
                    <a:pt x="3844438" y="19207"/>
                    <a:pt x="3844438" y="42901"/>
                  </a:cubicBezTo>
                  <a:lnTo>
                    <a:pt x="3844438" y="214499"/>
                  </a:lnTo>
                  <a:cubicBezTo>
                    <a:pt x="3844438" y="238193"/>
                    <a:pt x="3825231" y="257400"/>
                    <a:pt x="3801537" y="257400"/>
                  </a:cubicBezTo>
                  <a:lnTo>
                    <a:pt x="42901" y="257400"/>
                  </a:lnTo>
                  <a:cubicBezTo>
                    <a:pt x="19207" y="257400"/>
                    <a:pt x="0" y="238193"/>
                    <a:pt x="0" y="214499"/>
                  </a:cubicBezTo>
                  <a:lnTo>
                    <a:pt x="0" y="42901"/>
                  </a:lnTo>
                  <a:close/>
                </a:path>
              </a:pathLst>
            </a:cu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Это дополнительный доход</a:t>
              </a:r>
              <a:endParaRPr kumimoji="0" lang="en-RU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849F8F0-4957-7348-9FD6-9E286D5D6ED2}"/>
                </a:ext>
              </a:extLst>
            </p:cNvPr>
            <p:cNvGrpSpPr/>
            <p:nvPr/>
          </p:nvGrpSpPr>
          <p:grpSpPr>
            <a:xfrm>
              <a:off x="4783562" y="2521519"/>
              <a:ext cx="1907178" cy="1907178"/>
              <a:chOff x="1593668" y="378822"/>
              <a:chExt cx="1907178" cy="1907178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98F53A3-EC67-6145-96C4-327DE42B98BE}"/>
                  </a:ext>
                </a:extLst>
              </p:cNvPr>
              <p:cNvSpPr/>
              <p:nvPr/>
            </p:nvSpPr>
            <p:spPr>
              <a:xfrm>
                <a:off x="1593668" y="378822"/>
                <a:ext cx="1907178" cy="1907178"/>
              </a:xfrm>
              <a:prstGeom prst="ellipse">
                <a:avLst/>
              </a:prstGeom>
              <a:solidFill>
                <a:srgbClr val="85588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RU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B952325-D65B-514C-9EE5-8D90C867209E}"/>
                  </a:ext>
                </a:extLst>
              </p:cNvPr>
              <p:cNvSpPr/>
              <p:nvPr/>
            </p:nvSpPr>
            <p:spPr>
              <a:xfrm>
                <a:off x="1819051" y="604205"/>
                <a:ext cx="1456412" cy="1456412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RU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29324B8-0051-3348-B4D9-830A973EF73F}"/>
                  </a:ext>
                </a:extLst>
              </p:cNvPr>
              <p:cNvSpPr txBox="1"/>
              <p:nvPr/>
            </p:nvSpPr>
            <p:spPr>
              <a:xfrm>
                <a:off x="2285968" y="1193912"/>
                <a:ext cx="522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RU" sz="1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41</a:t>
                </a:r>
                <a:r>
                  <a:rPr kumimoji="0" lang="en-RU" sz="1800" b="1" i="0" u="none" strike="noStrike" kern="1200" cap="none" spc="0" normalizeH="0" baseline="30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577F2B7-0952-2A45-9AAD-ECAD3DD22A8F}"/>
                </a:ext>
              </a:extLst>
            </p:cNvPr>
            <p:cNvSpPr/>
            <p:nvPr/>
          </p:nvSpPr>
          <p:spPr>
            <a:xfrm>
              <a:off x="4113086" y="1121047"/>
              <a:ext cx="3965829" cy="492443"/>
            </a:xfrm>
            <a:custGeom>
              <a:avLst/>
              <a:gdLst>
                <a:gd name="connsiteX0" fmla="*/ 0 w 3844438"/>
                <a:gd name="connsiteY0" fmla="*/ 42901 h 257400"/>
                <a:gd name="connsiteX1" fmla="*/ 42901 w 3844438"/>
                <a:gd name="connsiteY1" fmla="*/ 0 h 257400"/>
                <a:gd name="connsiteX2" fmla="*/ 3801537 w 3844438"/>
                <a:gd name="connsiteY2" fmla="*/ 0 h 257400"/>
                <a:gd name="connsiteX3" fmla="*/ 3844438 w 3844438"/>
                <a:gd name="connsiteY3" fmla="*/ 42901 h 257400"/>
                <a:gd name="connsiteX4" fmla="*/ 3844438 w 3844438"/>
                <a:gd name="connsiteY4" fmla="*/ 214499 h 257400"/>
                <a:gd name="connsiteX5" fmla="*/ 3801537 w 3844438"/>
                <a:gd name="connsiteY5" fmla="*/ 257400 h 257400"/>
                <a:gd name="connsiteX6" fmla="*/ 42901 w 3844438"/>
                <a:gd name="connsiteY6" fmla="*/ 257400 h 257400"/>
                <a:gd name="connsiteX7" fmla="*/ 0 w 3844438"/>
                <a:gd name="connsiteY7" fmla="*/ 214499 h 257400"/>
                <a:gd name="connsiteX8" fmla="*/ 0 w 3844438"/>
                <a:gd name="connsiteY8" fmla="*/ 42901 h 2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4438" h="257400">
                  <a:moveTo>
                    <a:pt x="0" y="42901"/>
                  </a:moveTo>
                  <a:cubicBezTo>
                    <a:pt x="0" y="19207"/>
                    <a:pt x="19207" y="0"/>
                    <a:pt x="42901" y="0"/>
                  </a:cubicBezTo>
                  <a:lnTo>
                    <a:pt x="3801537" y="0"/>
                  </a:lnTo>
                  <a:cubicBezTo>
                    <a:pt x="3825231" y="0"/>
                    <a:pt x="3844438" y="19207"/>
                    <a:pt x="3844438" y="42901"/>
                  </a:cubicBezTo>
                  <a:lnTo>
                    <a:pt x="3844438" y="214499"/>
                  </a:lnTo>
                  <a:cubicBezTo>
                    <a:pt x="3844438" y="238193"/>
                    <a:pt x="3825231" y="257400"/>
                    <a:pt x="3801537" y="257400"/>
                  </a:cubicBezTo>
                  <a:lnTo>
                    <a:pt x="42901" y="257400"/>
                  </a:lnTo>
                  <a:cubicBezTo>
                    <a:pt x="19207" y="257400"/>
                    <a:pt x="0" y="238193"/>
                    <a:pt x="0" y="214499"/>
                  </a:cubicBezTo>
                  <a:lnTo>
                    <a:pt x="0" y="42901"/>
                  </a:lnTo>
                  <a:close/>
                </a:path>
              </a:pathLst>
            </a:cu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Зачем вы здесь?</a:t>
              </a:r>
              <a:endParaRPr kumimoji="0" lang="en-RU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A2DE8E9-B378-C54A-A7FA-E82AF51F2C82}"/>
                </a:ext>
              </a:extLst>
            </p:cNvPr>
            <p:cNvSpPr/>
            <p:nvPr/>
          </p:nvSpPr>
          <p:spPr>
            <a:xfrm>
              <a:off x="7208213" y="5256319"/>
              <a:ext cx="2138727" cy="184666"/>
            </a:xfrm>
            <a:custGeom>
              <a:avLst/>
              <a:gdLst>
                <a:gd name="connsiteX0" fmla="*/ 0 w 3844438"/>
                <a:gd name="connsiteY0" fmla="*/ 42901 h 257400"/>
                <a:gd name="connsiteX1" fmla="*/ 42901 w 3844438"/>
                <a:gd name="connsiteY1" fmla="*/ 0 h 257400"/>
                <a:gd name="connsiteX2" fmla="*/ 3801537 w 3844438"/>
                <a:gd name="connsiteY2" fmla="*/ 0 h 257400"/>
                <a:gd name="connsiteX3" fmla="*/ 3844438 w 3844438"/>
                <a:gd name="connsiteY3" fmla="*/ 42901 h 257400"/>
                <a:gd name="connsiteX4" fmla="*/ 3844438 w 3844438"/>
                <a:gd name="connsiteY4" fmla="*/ 214499 h 257400"/>
                <a:gd name="connsiteX5" fmla="*/ 3801537 w 3844438"/>
                <a:gd name="connsiteY5" fmla="*/ 257400 h 257400"/>
                <a:gd name="connsiteX6" fmla="*/ 42901 w 3844438"/>
                <a:gd name="connsiteY6" fmla="*/ 257400 h 257400"/>
                <a:gd name="connsiteX7" fmla="*/ 0 w 3844438"/>
                <a:gd name="connsiteY7" fmla="*/ 214499 h 257400"/>
                <a:gd name="connsiteX8" fmla="*/ 0 w 3844438"/>
                <a:gd name="connsiteY8" fmla="*/ 42901 h 2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4438" h="257400">
                  <a:moveTo>
                    <a:pt x="0" y="42901"/>
                  </a:moveTo>
                  <a:cubicBezTo>
                    <a:pt x="0" y="19207"/>
                    <a:pt x="19207" y="0"/>
                    <a:pt x="42901" y="0"/>
                  </a:cubicBezTo>
                  <a:lnTo>
                    <a:pt x="3801537" y="0"/>
                  </a:lnTo>
                  <a:cubicBezTo>
                    <a:pt x="3825231" y="0"/>
                    <a:pt x="3844438" y="19207"/>
                    <a:pt x="3844438" y="42901"/>
                  </a:cubicBezTo>
                  <a:lnTo>
                    <a:pt x="3844438" y="214499"/>
                  </a:lnTo>
                  <a:cubicBezTo>
                    <a:pt x="3844438" y="238193"/>
                    <a:pt x="3825231" y="257400"/>
                    <a:pt x="3801537" y="257400"/>
                  </a:cubicBezTo>
                  <a:lnTo>
                    <a:pt x="42901" y="257400"/>
                  </a:lnTo>
                  <a:cubicBezTo>
                    <a:pt x="19207" y="257400"/>
                    <a:pt x="0" y="238193"/>
                    <a:pt x="0" y="214499"/>
                  </a:cubicBezTo>
                  <a:lnTo>
                    <a:pt x="0" y="42901"/>
                  </a:lnTo>
                  <a:close/>
                </a:path>
              </a:pathLst>
            </a:cu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Хочу сделать интернет лучше</a:t>
              </a:r>
              <a:endParaRPr kumimoji="0" lang="en-RU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40ED5F8-6B26-3B46-A218-BC37DE1075FB}"/>
                </a:ext>
              </a:extLst>
            </p:cNvPr>
            <p:cNvGrpSpPr/>
            <p:nvPr/>
          </p:nvGrpSpPr>
          <p:grpSpPr>
            <a:xfrm>
              <a:off x="7467679" y="2665211"/>
              <a:ext cx="1619794" cy="1619794"/>
              <a:chOff x="4232366" y="522514"/>
              <a:chExt cx="1619794" cy="161979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0E40695-89E5-9B42-9939-5915D83A4A2D}"/>
                  </a:ext>
                </a:extLst>
              </p:cNvPr>
              <p:cNvSpPr/>
              <p:nvPr/>
            </p:nvSpPr>
            <p:spPr>
              <a:xfrm>
                <a:off x="4232366" y="522514"/>
                <a:ext cx="1619794" cy="1619794"/>
              </a:xfrm>
              <a:prstGeom prst="ellipse">
                <a:avLst/>
              </a:prstGeom>
              <a:solidFill>
                <a:srgbClr val="FFCC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RU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45C8E0-517E-8E40-A6C8-9C3062531B35}"/>
                  </a:ext>
                </a:extLst>
              </p:cNvPr>
              <p:cNvSpPr txBox="1"/>
              <p:nvPr/>
            </p:nvSpPr>
            <p:spPr>
              <a:xfrm>
                <a:off x="4780974" y="1193912"/>
                <a:ext cx="522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RU" sz="1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29</a:t>
                </a:r>
                <a:r>
                  <a:rPr kumimoji="0" lang="en-RU" sz="1800" b="1" i="0" u="none" strike="noStrike" kern="1200" cap="none" spc="0" normalizeH="0" baseline="30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0CE2BC2-43D0-3343-B31C-B68C2C8E3B54}"/>
                </a:ext>
              </a:extLst>
            </p:cNvPr>
            <p:cNvSpPr/>
            <p:nvPr/>
          </p:nvSpPr>
          <p:spPr>
            <a:xfrm>
              <a:off x="9831964" y="5256319"/>
              <a:ext cx="1567224" cy="184666"/>
            </a:xfrm>
            <a:custGeom>
              <a:avLst/>
              <a:gdLst>
                <a:gd name="connsiteX0" fmla="*/ 0 w 3844438"/>
                <a:gd name="connsiteY0" fmla="*/ 42901 h 257400"/>
                <a:gd name="connsiteX1" fmla="*/ 42901 w 3844438"/>
                <a:gd name="connsiteY1" fmla="*/ 0 h 257400"/>
                <a:gd name="connsiteX2" fmla="*/ 3801537 w 3844438"/>
                <a:gd name="connsiteY2" fmla="*/ 0 h 257400"/>
                <a:gd name="connsiteX3" fmla="*/ 3844438 w 3844438"/>
                <a:gd name="connsiteY3" fmla="*/ 42901 h 257400"/>
                <a:gd name="connsiteX4" fmla="*/ 3844438 w 3844438"/>
                <a:gd name="connsiteY4" fmla="*/ 214499 h 257400"/>
                <a:gd name="connsiteX5" fmla="*/ 3801537 w 3844438"/>
                <a:gd name="connsiteY5" fmla="*/ 257400 h 257400"/>
                <a:gd name="connsiteX6" fmla="*/ 42901 w 3844438"/>
                <a:gd name="connsiteY6" fmla="*/ 257400 h 257400"/>
                <a:gd name="connsiteX7" fmla="*/ 0 w 3844438"/>
                <a:gd name="connsiteY7" fmla="*/ 214499 h 257400"/>
                <a:gd name="connsiteX8" fmla="*/ 0 w 3844438"/>
                <a:gd name="connsiteY8" fmla="*/ 42901 h 2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4438" h="257400">
                  <a:moveTo>
                    <a:pt x="0" y="42901"/>
                  </a:moveTo>
                  <a:cubicBezTo>
                    <a:pt x="0" y="19207"/>
                    <a:pt x="19207" y="0"/>
                    <a:pt x="42901" y="0"/>
                  </a:cubicBezTo>
                  <a:lnTo>
                    <a:pt x="3801537" y="0"/>
                  </a:lnTo>
                  <a:cubicBezTo>
                    <a:pt x="3825231" y="0"/>
                    <a:pt x="3844438" y="19207"/>
                    <a:pt x="3844438" y="42901"/>
                  </a:cubicBezTo>
                  <a:lnTo>
                    <a:pt x="3844438" y="214499"/>
                  </a:lnTo>
                  <a:cubicBezTo>
                    <a:pt x="3844438" y="238193"/>
                    <a:pt x="3825231" y="257400"/>
                    <a:pt x="3801537" y="257400"/>
                  </a:cubicBezTo>
                  <a:lnTo>
                    <a:pt x="42901" y="257400"/>
                  </a:lnTo>
                  <a:cubicBezTo>
                    <a:pt x="19207" y="257400"/>
                    <a:pt x="0" y="238193"/>
                    <a:pt x="0" y="214499"/>
                  </a:cubicBezTo>
                  <a:lnTo>
                    <a:pt x="0" y="42901"/>
                  </a:lnTo>
                  <a:close/>
                </a:path>
              </a:pathLst>
            </a:cu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Хочу стать асессором</a:t>
              </a:r>
              <a:endParaRPr kumimoji="0" lang="en-RU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AF18606-75C4-C541-BC24-DBAEA3DBD6B0}"/>
                </a:ext>
              </a:extLst>
            </p:cNvPr>
            <p:cNvGrpSpPr/>
            <p:nvPr/>
          </p:nvGrpSpPr>
          <p:grpSpPr>
            <a:xfrm>
              <a:off x="10040811" y="2900343"/>
              <a:ext cx="1149530" cy="1149530"/>
              <a:chOff x="6570618" y="757646"/>
              <a:chExt cx="1149530" cy="114953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A8B387A-AA48-C346-9894-914536C361E0}"/>
                  </a:ext>
                </a:extLst>
              </p:cNvPr>
              <p:cNvSpPr/>
              <p:nvPr/>
            </p:nvSpPr>
            <p:spPr>
              <a:xfrm>
                <a:off x="6570618" y="757646"/>
                <a:ext cx="1149530" cy="1149530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RU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98A2CB-76D3-0F4B-97E9-5D0E2D1A0738}"/>
                  </a:ext>
                </a:extLst>
              </p:cNvPr>
              <p:cNvSpPr txBox="1"/>
              <p:nvPr/>
            </p:nvSpPr>
            <p:spPr>
              <a:xfrm>
                <a:off x="6884094" y="1193912"/>
                <a:ext cx="522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RU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15</a:t>
                </a:r>
                <a:r>
                  <a:rPr kumimoji="0" lang="en-RU" sz="1800" b="1" i="0" u="none" strike="noStrike" kern="1200" cap="none" spc="0" normalizeH="0" baseline="3000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A5E78C2-BCBD-884C-9132-E8E489C7BC7D}"/>
                </a:ext>
              </a:extLst>
            </p:cNvPr>
            <p:cNvSpPr/>
            <p:nvPr/>
          </p:nvSpPr>
          <p:spPr>
            <a:xfrm>
              <a:off x="2504966" y="5256319"/>
              <a:ext cx="1761123" cy="184666"/>
            </a:xfrm>
            <a:custGeom>
              <a:avLst/>
              <a:gdLst>
                <a:gd name="connsiteX0" fmla="*/ 0 w 3844438"/>
                <a:gd name="connsiteY0" fmla="*/ 42901 h 257400"/>
                <a:gd name="connsiteX1" fmla="*/ 42901 w 3844438"/>
                <a:gd name="connsiteY1" fmla="*/ 0 h 257400"/>
                <a:gd name="connsiteX2" fmla="*/ 3801537 w 3844438"/>
                <a:gd name="connsiteY2" fmla="*/ 0 h 257400"/>
                <a:gd name="connsiteX3" fmla="*/ 3844438 w 3844438"/>
                <a:gd name="connsiteY3" fmla="*/ 42901 h 257400"/>
                <a:gd name="connsiteX4" fmla="*/ 3844438 w 3844438"/>
                <a:gd name="connsiteY4" fmla="*/ 214499 h 257400"/>
                <a:gd name="connsiteX5" fmla="*/ 3801537 w 3844438"/>
                <a:gd name="connsiteY5" fmla="*/ 257400 h 257400"/>
                <a:gd name="connsiteX6" fmla="*/ 42901 w 3844438"/>
                <a:gd name="connsiteY6" fmla="*/ 257400 h 257400"/>
                <a:gd name="connsiteX7" fmla="*/ 0 w 3844438"/>
                <a:gd name="connsiteY7" fmla="*/ 214499 h 257400"/>
                <a:gd name="connsiteX8" fmla="*/ 0 w 3844438"/>
                <a:gd name="connsiteY8" fmla="*/ 42901 h 2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4438" h="257400">
                  <a:moveTo>
                    <a:pt x="0" y="42901"/>
                  </a:moveTo>
                  <a:cubicBezTo>
                    <a:pt x="0" y="19207"/>
                    <a:pt x="19207" y="0"/>
                    <a:pt x="42901" y="0"/>
                  </a:cubicBezTo>
                  <a:lnTo>
                    <a:pt x="3801537" y="0"/>
                  </a:lnTo>
                  <a:cubicBezTo>
                    <a:pt x="3825231" y="0"/>
                    <a:pt x="3844438" y="19207"/>
                    <a:pt x="3844438" y="42901"/>
                  </a:cubicBezTo>
                  <a:lnTo>
                    <a:pt x="3844438" y="214499"/>
                  </a:lnTo>
                  <a:cubicBezTo>
                    <a:pt x="3844438" y="238193"/>
                    <a:pt x="3825231" y="257400"/>
                    <a:pt x="3801537" y="257400"/>
                  </a:cubicBezTo>
                  <a:lnTo>
                    <a:pt x="42901" y="257400"/>
                  </a:lnTo>
                  <a:cubicBezTo>
                    <a:pt x="19207" y="257400"/>
                    <a:pt x="0" y="238193"/>
                    <a:pt x="0" y="214499"/>
                  </a:cubicBezTo>
                  <a:lnTo>
                    <a:pt x="0" y="42901"/>
                  </a:lnTo>
                  <a:close/>
                </a:path>
              </a:pathLst>
            </a:cu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Это мой основной доход</a:t>
              </a:r>
              <a:endPara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4C125D7-2B80-9B47-9EC4-B1C2031E93DE}"/>
                </a:ext>
              </a:extLst>
            </p:cNvPr>
            <p:cNvGrpSpPr/>
            <p:nvPr/>
          </p:nvGrpSpPr>
          <p:grpSpPr>
            <a:xfrm>
              <a:off x="2934858" y="3017908"/>
              <a:ext cx="901338" cy="901338"/>
              <a:chOff x="8451667" y="875211"/>
              <a:chExt cx="901338" cy="901338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28BED70-A43E-4F46-A1D9-5DF9A2B90C62}"/>
                  </a:ext>
                </a:extLst>
              </p:cNvPr>
              <p:cNvSpPr/>
              <p:nvPr/>
            </p:nvSpPr>
            <p:spPr>
              <a:xfrm>
                <a:off x="8451667" y="875211"/>
                <a:ext cx="901338" cy="901338"/>
              </a:xfrm>
              <a:prstGeom prst="ellipse">
                <a:avLst/>
              </a:prstGeom>
              <a:solidFill>
                <a:srgbClr val="58CF9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RU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341E372-4940-B34C-839C-413A710D6917}"/>
                  </a:ext>
                </a:extLst>
              </p:cNvPr>
              <p:cNvSpPr txBox="1"/>
              <p:nvPr/>
            </p:nvSpPr>
            <p:spPr>
              <a:xfrm>
                <a:off x="8722800" y="1193912"/>
                <a:ext cx="3590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RU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9</a:t>
                </a:r>
                <a:r>
                  <a:rPr kumimoji="0" lang="en-RU" sz="1800" b="1" i="0" u="none" strike="noStrike" kern="1200" cap="none" spc="0" normalizeH="0" baseline="3000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607A8C0-D852-4F4A-9FB9-BD8D49EAE04B}"/>
                </a:ext>
              </a:extLst>
            </p:cNvPr>
            <p:cNvSpPr/>
            <p:nvPr/>
          </p:nvSpPr>
          <p:spPr>
            <a:xfrm>
              <a:off x="792812" y="5256319"/>
              <a:ext cx="1227131" cy="184666"/>
            </a:xfrm>
            <a:custGeom>
              <a:avLst/>
              <a:gdLst>
                <a:gd name="connsiteX0" fmla="*/ 0 w 3844438"/>
                <a:gd name="connsiteY0" fmla="*/ 42901 h 257400"/>
                <a:gd name="connsiteX1" fmla="*/ 42901 w 3844438"/>
                <a:gd name="connsiteY1" fmla="*/ 0 h 257400"/>
                <a:gd name="connsiteX2" fmla="*/ 3801537 w 3844438"/>
                <a:gd name="connsiteY2" fmla="*/ 0 h 257400"/>
                <a:gd name="connsiteX3" fmla="*/ 3844438 w 3844438"/>
                <a:gd name="connsiteY3" fmla="*/ 42901 h 257400"/>
                <a:gd name="connsiteX4" fmla="*/ 3844438 w 3844438"/>
                <a:gd name="connsiteY4" fmla="*/ 214499 h 257400"/>
                <a:gd name="connsiteX5" fmla="*/ 3801537 w 3844438"/>
                <a:gd name="connsiteY5" fmla="*/ 257400 h 257400"/>
                <a:gd name="connsiteX6" fmla="*/ 42901 w 3844438"/>
                <a:gd name="connsiteY6" fmla="*/ 257400 h 257400"/>
                <a:gd name="connsiteX7" fmla="*/ 0 w 3844438"/>
                <a:gd name="connsiteY7" fmla="*/ 214499 h 257400"/>
                <a:gd name="connsiteX8" fmla="*/ 0 w 3844438"/>
                <a:gd name="connsiteY8" fmla="*/ 42901 h 2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4438" h="257400">
                  <a:moveTo>
                    <a:pt x="0" y="42901"/>
                  </a:moveTo>
                  <a:cubicBezTo>
                    <a:pt x="0" y="19207"/>
                    <a:pt x="19207" y="0"/>
                    <a:pt x="42901" y="0"/>
                  </a:cubicBezTo>
                  <a:lnTo>
                    <a:pt x="3801537" y="0"/>
                  </a:lnTo>
                  <a:cubicBezTo>
                    <a:pt x="3825231" y="0"/>
                    <a:pt x="3844438" y="19207"/>
                    <a:pt x="3844438" y="42901"/>
                  </a:cubicBezTo>
                  <a:lnTo>
                    <a:pt x="3844438" y="214499"/>
                  </a:lnTo>
                  <a:cubicBezTo>
                    <a:pt x="3844438" y="238193"/>
                    <a:pt x="3825231" y="257400"/>
                    <a:pt x="3801537" y="257400"/>
                  </a:cubicBezTo>
                  <a:lnTo>
                    <a:pt x="42901" y="257400"/>
                  </a:lnTo>
                  <a:cubicBezTo>
                    <a:pt x="19207" y="257400"/>
                    <a:pt x="0" y="238193"/>
                    <a:pt x="0" y="214499"/>
                  </a:cubicBezTo>
                  <a:lnTo>
                    <a:pt x="0" y="42901"/>
                  </a:lnTo>
                  <a:close/>
                </a:path>
              </a:pathLst>
            </a:cu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Для развлечения</a:t>
              </a:r>
              <a:endParaRPr kumimoji="0" lang="en-RU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1AA2EE3-F410-1B4F-82E6-9EB544FC05F8}"/>
                </a:ext>
              </a:extLst>
            </p:cNvPr>
            <p:cNvGrpSpPr/>
            <p:nvPr/>
          </p:nvGrpSpPr>
          <p:grpSpPr>
            <a:xfrm>
              <a:off x="1034085" y="3096283"/>
              <a:ext cx="744585" cy="744585"/>
              <a:chOff x="10084524" y="953586"/>
              <a:chExt cx="744585" cy="744585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77ABE6B-B9E8-504F-95D3-25A6C30784F2}"/>
                  </a:ext>
                </a:extLst>
              </p:cNvPr>
              <p:cNvSpPr/>
              <p:nvPr/>
            </p:nvSpPr>
            <p:spPr>
              <a:xfrm>
                <a:off x="10084524" y="953586"/>
                <a:ext cx="744585" cy="744585"/>
              </a:xfrm>
              <a:prstGeom prst="ellipse">
                <a:avLst/>
              </a:prstGeom>
              <a:solidFill>
                <a:srgbClr val="445E9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RU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DC08D3-1228-874B-915A-90CDAC8200C3}"/>
                  </a:ext>
                </a:extLst>
              </p:cNvPr>
              <p:cNvSpPr txBox="1"/>
              <p:nvPr/>
            </p:nvSpPr>
            <p:spPr>
              <a:xfrm>
                <a:off x="10277280" y="1193912"/>
                <a:ext cx="3590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RU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6</a:t>
                </a:r>
                <a:r>
                  <a:rPr kumimoji="0" lang="en-RU" sz="1800" b="1" i="0" u="none" strike="noStrike" kern="1200" cap="none" spc="0" normalizeH="0" baseline="3000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60684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28_Academy">
  <a:themeElements>
    <a:clrScheme name="28_Academy">
      <a:dk1>
        <a:srgbClr val="000000"/>
      </a:dk1>
      <a:lt1>
        <a:srgbClr val="000034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28_Academ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42304"/>
            <a:satOff val="23749"/>
            <a:lumOff val="-45745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all" spc="156" normalizeH="0" baseline="0">
            <a:ln>
              <a:noFill/>
            </a:ln>
            <a:solidFill>
              <a:srgbClr val="FFFFFF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143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80000"/>
          </a:lnSpc>
          <a:spcBef>
            <a:spcPts val="360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-42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8_Academy">
  <a:themeElements>
    <a:clrScheme name="28_Academy">
      <a:dk1>
        <a:srgbClr val="000000"/>
      </a:dk1>
      <a:lt1>
        <a:srgbClr val="FFFFFF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28_Academy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28_Academ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42304"/>
            <a:satOff val="23749"/>
            <a:lumOff val="-45745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all" spc="156" normalizeH="0" baseline="0">
            <a:ln>
              <a:noFill/>
            </a:ln>
            <a:solidFill>
              <a:srgbClr val="FFFFFF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143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80000"/>
          </a:lnSpc>
          <a:spcBef>
            <a:spcPts val="360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-42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Yandex-Toloka">
    <a:dk1>
      <a:srgbClr val="000000"/>
    </a:dk1>
    <a:lt1>
      <a:srgbClr val="FFFFFF"/>
    </a:lt1>
    <a:dk2>
      <a:srgbClr val="000000"/>
    </a:dk2>
    <a:lt2>
      <a:srgbClr val="F8F8F8"/>
    </a:lt2>
    <a:accent1>
      <a:srgbClr val="445E9B"/>
    </a:accent1>
    <a:accent2>
      <a:srgbClr val="58CF9C"/>
    </a:accent2>
    <a:accent3>
      <a:srgbClr val="855887"/>
    </a:accent3>
    <a:accent4>
      <a:srgbClr val="FFCC00"/>
    </a:accent4>
    <a:accent5>
      <a:srgbClr val="FF0000"/>
    </a:accent5>
    <a:accent6>
      <a:srgbClr val="E6E6E6"/>
    </a:accent6>
    <a:hlink>
      <a:srgbClr val="5F5F5F"/>
    </a:hlink>
    <a:folHlink>
      <a:srgbClr val="919191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34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Verdana</vt:lpstr>
      <vt:lpstr>28_Academy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@pptxmen</dc:creator>
  <cp:keywords/>
  <dc:description/>
  <cp:lastModifiedBy>Vldmr B.</cp:lastModifiedBy>
  <cp:revision>42</cp:revision>
  <dcterms:modified xsi:type="dcterms:W3CDTF">2024-05-29T05:08:41Z</dcterms:modified>
  <cp:category/>
</cp:coreProperties>
</file>