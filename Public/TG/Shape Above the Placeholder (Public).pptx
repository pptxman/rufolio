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1E7"/>
    <a:srgbClr val="E60022"/>
    <a:srgbClr val="17A700"/>
    <a:srgbClr val="005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E370B-2452-4B68-A6C2-58030A1FE826}" v="3" dt="2024-01-24T07:48:58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dmr B." userId="7d8b44abef05904b" providerId="LiveId" clId="{D876F89D-91C7-A043-94D9-7CC2C0B19AD1}"/>
    <pc:docChg chg="undo custSel modSld">
      <pc:chgData name="Vldmr B." userId="7d8b44abef05904b" providerId="LiveId" clId="{D876F89D-91C7-A043-94D9-7CC2C0B19AD1}" dt="2024-01-24T03:41:56.605" v="592" actId="14100"/>
      <pc:docMkLst>
        <pc:docMk/>
      </pc:docMkLst>
      <pc:sldChg chg="addSp delSp modSp mod chgLayout">
        <pc:chgData name="Vldmr B." userId="7d8b44abef05904b" providerId="LiveId" clId="{D876F89D-91C7-A043-94D9-7CC2C0B19AD1}" dt="2024-01-24T03:41:56.605" v="592" actId="14100"/>
        <pc:sldMkLst>
          <pc:docMk/>
          <pc:sldMk cId="1944913216" sldId="256"/>
        </pc:sldMkLst>
        <pc:spChg chg="add del mod">
          <ac:chgData name="Vldmr B." userId="7d8b44abef05904b" providerId="LiveId" clId="{D876F89D-91C7-A043-94D9-7CC2C0B19AD1}" dt="2024-01-24T03:31:01.433" v="194"/>
          <ac:spMkLst>
            <pc:docMk/>
            <pc:sldMk cId="1944913216" sldId="256"/>
            <ac:spMk id="3" creationId="{9C945A46-5F2B-E09A-4783-AC71918E106A}"/>
          </ac:spMkLst>
        </pc:spChg>
        <pc:spChg chg="add del mod">
          <ac:chgData name="Vldmr B." userId="7d8b44abef05904b" providerId="LiveId" clId="{D876F89D-91C7-A043-94D9-7CC2C0B19AD1}" dt="2024-01-24T03:39:40.499" v="584" actId="6264"/>
          <ac:spMkLst>
            <pc:docMk/>
            <pc:sldMk cId="1944913216" sldId="256"/>
            <ac:spMk id="12" creationId="{39AEC5F6-4D9C-FE89-0630-0883041133C0}"/>
          </ac:spMkLst>
        </pc:spChg>
        <pc:spChg chg="add del mod">
          <ac:chgData name="Vldmr B." userId="7d8b44abef05904b" providerId="LiveId" clId="{D876F89D-91C7-A043-94D9-7CC2C0B19AD1}" dt="2024-01-24T03:39:40.499" v="584" actId="6264"/>
          <ac:spMkLst>
            <pc:docMk/>
            <pc:sldMk cId="1944913216" sldId="256"/>
            <ac:spMk id="13" creationId="{5D1EACE1-B431-A72D-73ED-6ADCA0634BB3}"/>
          </ac:spMkLst>
        </pc:spChg>
        <pc:spChg chg="add del mod">
          <ac:chgData name="Vldmr B." userId="7d8b44abef05904b" providerId="LiveId" clId="{D876F89D-91C7-A043-94D9-7CC2C0B19AD1}" dt="2024-01-24T03:39:40.499" v="584" actId="6264"/>
          <ac:spMkLst>
            <pc:docMk/>
            <pc:sldMk cId="1944913216" sldId="256"/>
            <ac:spMk id="14" creationId="{5E8E2F01-8BF9-5775-251F-3870BFEFF21A}"/>
          </ac:spMkLst>
        </pc:spChg>
        <pc:spChg chg="add del mod ord">
          <ac:chgData name="Vldmr B." userId="7d8b44abef05904b" providerId="LiveId" clId="{D876F89D-91C7-A043-94D9-7CC2C0B19AD1}" dt="2024-01-24T03:39:40.499" v="584" actId="6264"/>
          <ac:spMkLst>
            <pc:docMk/>
            <pc:sldMk cId="1944913216" sldId="256"/>
            <ac:spMk id="15" creationId="{1557D712-811F-48AF-3269-DA4356E8D926}"/>
          </ac:spMkLst>
        </pc:spChg>
        <pc:spChg chg="mod ord">
          <ac:chgData name="Vldmr B." userId="7d8b44abef05904b" providerId="LiveId" clId="{D876F89D-91C7-A043-94D9-7CC2C0B19AD1}" dt="2024-01-24T03:39:40.499" v="584" actId="6264"/>
          <ac:spMkLst>
            <pc:docMk/>
            <pc:sldMk cId="1944913216" sldId="256"/>
            <ac:spMk id="79" creationId="{3FA6F51A-D38D-E430-5605-4AA91C12B359}"/>
          </ac:spMkLst>
        </pc:spChg>
        <pc:spChg chg="mod ord">
          <ac:chgData name="Vldmr B." userId="7d8b44abef05904b" providerId="LiveId" clId="{D876F89D-91C7-A043-94D9-7CC2C0B19AD1}" dt="2024-01-24T03:41:56.605" v="592" actId="14100"/>
          <ac:spMkLst>
            <pc:docMk/>
            <pc:sldMk cId="1944913216" sldId="256"/>
            <ac:spMk id="81" creationId="{4295D24A-8501-5D74-C1AB-C0D1E71E3ECE}"/>
          </ac:spMkLst>
        </pc:spChg>
        <pc:spChg chg="add del mod">
          <ac:chgData name="Vldmr B." userId="7d8b44abef05904b" providerId="LiveId" clId="{D876F89D-91C7-A043-94D9-7CC2C0B19AD1}" dt="2024-01-24T03:39:40.499" v="584" actId="6264"/>
          <ac:spMkLst>
            <pc:docMk/>
            <pc:sldMk cId="1944913216" sldId="256"/>
            <ac:spMk id="82" creationId="{3A1F7053-3588-6241-10A7-8915CEBA06D5}"/>
          </ac:spMkLst>
        </pc:spChg>
        <pc:picChg chg="add mod ord modCrop">
          <ac:chgData name="Vldmr B." userId="7d8b44abef05904b" providerId="LiveId" clId="{D876F89D-91C7-A043-94D9-7CC2C0B19AD1}" dt="2024-01-24T03:39:40.499" v="584" actId="6264"/>
          <ac:picMkLst>
            <pc:docMk/>
            <pc:sldMk cId="1944913216" sldId="256"/>
            <ac:picMk id="5" creationId="{9482E95A-8930-AD88-0FC0-3F86601ACB43}"/>
          </ac:picMkLst>
        </pc:picChg>
        <pc:picChg chg="del">
          <ac:chgData name="Vldmr B." userId="7d8b44abef05904b" providerId="LiveId" clId="{D876F89D-91C7-A043-94D9-7CC2C0B19AD1}" dt="2024-01-24T03:30:59.127" v="193" actId="478"/>
          <ac:picMkLst>
            <pc:docMk/>
            <pc:sldMk cId="1944913216" sldId="256"/>
            <ac:picMk id="84" creationId="{570B1BEA-7D76-0282-355C-0C550775C1F2}"/>
          </ac:picMkLst>
        </pc:picChg>
        <pc:cxnChg chg="add del mod">
          <ac:chgData name="Vldmr B." userId="7d8b44abef05904b" providerId="LiveId" clId="{D876F89D-91C7-A043-94D9-7CC2C0B19AD1}" dt="2024-01-24T03:38:45.783" v="575" actId="478"/>
          <ac:cxnSpMkLst>
            <pc:docMk/>
            <pc:sldMk cId="1944913216" sldId="256"/>
            <ac:cxnSpMk id="7" creationId="{0BEA8F85-49FC-7577-02A2-30AB8F79DE9A}"/>
          </ac:cxnSpMkLst>
        </pc:cxnChg>
      </pc:sldChg>
    </pc:docChg>
  </pc:docChgLst>
  <pc:docChgLst>
    <pc:chgData name="Vldmr B." userId="7d8b44abef05904b" providerId="Windows Live" clId="Web-{798E370B-2452-4B68-A6C2-58030A1FE826}"/>
    <pc:docChg chg="modSld">
      <pc:chgData name="Vldmr B." userId="7d8b44abef05904b" providerId="Windows Live" clId="Web-{798E370B-2452-4B68-A6C2-58030A1FE826}" dt="2024-01-24T07:48:58.705" v="2" actId="20577"/>
      <pc:docMkLst>
        <pc:docMk/>
      </pc:docMkLst>
      <pc:sldChg chg="modSp">
        <pc:chgData name="Vldmr B." userId="7d8b44abef05904b" providerId="Windows Live" clId="Web-{798E370B-2452-4B68-A6C2-58030A1FE826}" dt="2024-01-24T07:48:58.705" v="2" actId="20577"/>
        <pc:sldMkLst>
          <pc:docMk/>
          <pc:sldMk cId="1944913216" sldId="256"/>
        </pc:sldMkLst>
        <pc:spChg chg="mod">
          <ac:chgData name="Vldmr B." userId="7d8b44abef05904b" providerId="Windows Live" clId="Web-{798E370B-2452-4B68-A6C2-58030A1FE826}" dt="2024-01-24T07:48:58.705" v="2" actId="20577"/>
          <ac:spMkLst>
            <pc:docMk/>
            <pc:sldMk cId="1944913216" sldId="256"/>
            <ac:spMk id="81" creationId="{4295D24A-8501-5D74-C1AB-C0D1E71E3E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3BE7-0C28-8719-9AB5-C4673DE62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31B69-92FE-B76F-A2F5-733FF98AA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6437F-61D9-0F96-C446-119E0BD9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ACE16-D359-994B-EFEC-87DCFB5D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8AD2D-6D0F-D980-AB6C-AC44DE02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45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02D3-4A32-BAF8-FBC2-C98E00EE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7FF85-9FB6-0936-CB17-E9FBCD54B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C17BD-8488-1EF2-1BEF-372910A3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30E2C-205A-926D-C076-C3DDE5DAC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526CD-00F2-138B-5565-B2E7FCEB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9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2510-D83C-AC3C-0141-CE6FEDA5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8FC69-B7DD-79F1-40CC-E323CCDC7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1888C-31FB-75DB-41B9-F5AC79B0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62EE-F5C3-E35A-989F-83D9E0B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746AD-EF12-C896-639B-55FDDFA8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1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F5AF-388B-E5E9-826A-559C66FB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9658-5263-24A7-64EC-5B3B2E381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2DF3D-573B-0FF9-779A-6936AB606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4656A-BE6A-A140-2241-2839BBF2C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42B02-B2D2-A786-4D8A-7A27FCB6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70C5F-193A-424E-5AA3-D5C1EB4E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59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725B-62F6-49F8-719D-D90FB7FA4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F929D-3E52-C789-5596-1DFD5A8BB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440CC-C494-563F-D194-F92C2A707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F0F4B-61F4-59D4-82AC-886C3B3B2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55C51-9EA7-D717-24F0-3E6F12C3FE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0251C-A06C-CD8A-4F42-C085F10F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D7C2CE-C366-D7D2-96DA-A0EAF106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64B99-B8FC-6552-EC5C-CF33A4C8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18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A4E9-5798-556C-0D0A-DA84F686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5879B-CF1D-748C-A294-B14E7D5A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82EF3-3E3B-D2FB-9458-B57EA2F1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7040E-44B3-98EB-4977-BBA599D4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01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CF406-DBD7-F72C-6BF2-1C6740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F2E90-8DC8-5E24-B1BC-D03CDEB3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6FCDB-FC44-E708-89B9-C3172F89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38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E9E7-31AA-3A3B-9A2A-69704A3C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BE49-ED82-F418-06FC-3ABFA70EA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F5D7B-4566-DB9F-E71E-8101C4C0F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F877D-EE37-326B-9A36-B0FF00D25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35554-AE0D-3832-5CBE-059B387B5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87320-0A82-0E14-E4AF-62C60760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73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79D9-4687-A685-8516-6C5BABBC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381000"/>
            <a:ext cx="3810000" cy="15240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D73BD7D-967D-BEA1-4960-F8A840F50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5308832 w 6096000"/>
              <a:gd name="connsiteY0" fmla="*/ 633794 h 6857999"/>
              <a:gd name="connsiteX1" fmla="*/ 5308832 w 6096000"/>
              <a:gd name="connsiteY1" fmla="*/ 663088 h 6857999"/>
              <a:gd name="connsiteX2" fmla="*/ 5294986 w 6096000"/>
              <a:gd name="connsiteY2" fmla="*/ 664920 h 6857999"/>
              <a:gd name="connsiteX3" fmla="*/ 5285233 w 6096000"/>
              <a:gd name="connsiteY3" fmla="*/ 668518 h 6857999"/>
              <a:gd name="connsiteX4" fmla="*/ 5279432 w 6096000"/>
              <a:gd name="connsiteY4" fmla="*/ 673890 h 6857999"/>
              <a:gd name="connsiteX5" fmla="*/ 5277504 w 6096000"/>
              <a:gd name="connsiteY5" fmla="*/ 681047 h 6857999"/>
              <a:gd name="connsiteX6" fmla="*/ 5277504 w 6096000"/>
              <a:gd name="connsiteY6" fmla="*/ 851739 h 6857999"/>
              <a:gd name="connsiteX7" fmla="*/ 5279432 w 6096000"/>
              <a:gd name="connsiteY7" fmla="*/ 858886 h 6857999"/>
              <a:gd name="connsiteX8" fmla="*/ 5285233 w 6096000"/>
              <a:gd name="connsiteY8" fmla="*/ 864259 h 6857999"/>
              <a:gd name="connsiteX9" fmla="*/ 5294986 w 6096000"/>
              <a:gd name="connsiteY9" fmla="*/ 867866 h 6857999"/>
              <a:gd name="connsiteX10" fmla="*/ 5308832 w 6096000"/>
              <a:gd name="connsiteY10" fmla="*/ 869707 h 6857999"/>
              <a:gd name="connsiteX11" fmla="*/ 5308832 w 6096000"/>
              <a:gd name="connsiteY11" fmla="*/ 898964 h 6857999"/>
              <a:gd name="connsiteX12" fmla="*/ 5186556 w 6096000"/>
              <a:gd name="connsiteY12" fmla="*/ 889679 h 6857999"/>
              <a:gd name="connsiteX13" fmla="*/ 5186556 w 6096000"/>
              <a:gd name="connsiteY13" fmla="*/ 862474 h 6857999"/>
              <a:gd name="connsiteX14" fmla="*/ 5196938 w 6096000"/>
              <a:gd name="connsiteY14" fmla="*/ 862121 h 6857999"/>
              <a:gd name="connsiteX15" fmla="*/ 5204439 w 6096000"/>
              <a:gd name="connsiteY15" fmla="*/ 859669 h 6857999"/>
              <a:gd name="connsiteX16" fmla="*/ 5208981 w 6096000"/>
              <a:gd name="connsiteY16" fmla="*/ 855089 h 6857999"/>
              <a:gd name="connsiteX17" fmla="*/ 5210498 w 6096000"/>
              <a:gd name="connsiteY17" fmla="*/ 848399 h 6857999"/>
              <a:gd name="connsiteX18" fmla="*/ 5210498 w 6096000"/>
              <a:gd name="connsiteY18" fmla="*/ 675617 h 6857999"/>
              <a:gd name="connsiteX19" fmla="*/ 5132890 w 6096000"/>
              <a:gd name="connsiteY19" fmla="*/ 679892 h 6857999"/>
              <a:gd name="connsiteX20" fmla="*/ 5132890 w 6096000"/>
              <a:gd name="connsiteY20" fmla="*/ 844535 h 6857999"/>
              <a:gd name="connsiteX21" fmla="*/ 5134283 w 6096000"/>
              <a:gd name="connsiteY21" fmla="*/ 851062 h 6857999"/>
              <a:gd name="connsiteX22" fmla="*/ 5138492 w 6096000"/>
              <a:gd name="connsiteY22" fmla="*/ 855919 h 6857999"/>
              <a:gd name="connsiteX23" fmla="*/ 5145562 w 6096000"/>
              <a:gd name="connsiteY23" fmla="*/ 859115 h 6857999"/>
              <a:gd name="connsiteX24" fmla="*/ 5155563 w 6096000"/>
              <a:gd name="connsiteY24" fmla="*/ 860633 h 6857999"/>
              <a:gd name="connsiteX25" fmla="*/ 5155563 w 6096000"/>
              <a:gd name="connsiteY25" fmla="*/ 887322 h 6857999"/>
              <a:gd name="connsiteX26" fmla="*/ 5053431 w 6096000"/>
              <a:gd name="connsiteY26" fmla="*/ 879574 h 6857999"/>
              <a:gd name="connsiteX27" fmla="*/ 5053431 w 6096000"/>
              <a:gd name="connsiteY27" fmla="*/ 854592 h 6857999"/>
              <a:gd name="connsiteX28" fmla="*/ 5063556 w 6096000"/>
              <a:gd name="connsiteY28" fmla="*/ 854306 h 6857999"/>
              <a:gd name="connsiteX29" fmla="*/ 5070875 w 6096000"/>
              <a:gd name="connsiteY29" fmla="*/ 852083 h 6857999"/>
              <a:gd name="connsiteX30" fmla="*/ 5075302 w 6096000"/>
              <a:gd name="connsiteY30" fmla="*/ 847884 h 6857999"/>
              <a:gd name="connsiteX31" fmla="*/ 5076781 w 6096000"/>
              <a:gd name="connsiteY31" fmla="*/ 841748 h 6857999"/>
              <a:gd name="connsiteX32" fmla="*/ 5076781 w 6096000"/>
              <a:gd name="connsiteY32" fmla="*/ 691028 h 6857999"/>
              <a:gd name="connsiteX33" fmla="*/ 5075302 w 6096000"/>
              <a:gd name="connsiteY33" fmla="*/ 684883 h 6857999"/>
              <a:gd name="connsiteX34" fmla="*/ 5070875 w 6096000"/>
              <a:gd name="connsiteY34" fmla="*/ 680684 h 6857999"/>
              <a:gd name="connsiteX35" fmla="*/ 5063556 w 6096000"/>
              <a:gd name="connsiteY35" fmla="*/ 678461 h 6857999"/>
              <a:gd name="connsiteX36" fmla="*/ 5053431 w 6096000"/>
              <a:gd name="connsiteY36" fmla="*/ 678184 h 6857999"/>
              <a:gd name="connsiteX37" fmla="*/ 5053431 w 6096000"/>
              <a:gd name="connsiteY37" fmla="*/ 653174 h 6857999"/>
              <a:gd name="connsiteX38" fmla="*/ 5520633 w 6096000"/>
              <a:gd name="connsiteY38" fmla="*/ 544811 h 6857999"/>
              <a:gd name="connsiteX39" fmla="*/ 5616943 w 6096000"/>
              <a:gd name="connsiteY39" fmla="*/ 642820 h 6857999"/>
              <a:gd name="connsiteX40" fmla="*/ 5520633 w 6096000"/>
              <a:gd name="connsiteY40" fmla="*/ 642820 h 6857999"/>
              <a:gd name="connsiteX41" fmla="*/ 5393615 w 6096000"/>
              <a:gd name="connsiteY41" fmla="*/ 516967 h 6857999"/>
              <a:gd name="connsiteX42" fmla="*/ 5393615 w 6096000"/>
              <a:gd name="connsiteY42" fmla="*/ 650759 h 6857999"/>
              <a:gd name="connsiteX43" fmla="*/ 5478198 w 6096000"/>
              <a:gd name="connsiteY43" fmla="*/ 601111 h 6857999"/>
              <a:gd name="connsiteX44" fmla="*/ 5478198 w 6096000"/>
              <a:gd name="connsiteY44" fmla="*/ 700494 h 6857999"/>
              <a:gd name="connsiteX45" fmla="*/ 5576923 w 6096000"/>
              <a:gd name="connsiteY45" fmla="*/ 700494 h 6857999"/>
              <a:gd name="connsiteX46" fmla="*/ 5478895 w 6096000"/>
              <a:gd name="connsiteY46" fmla="*/ 797214 h 6857999"/>
              <a:gd name="connsiteX47" fmla="*/ 5393615 w 6096000"/>
              <a:gd name="connsiteY47" fmla="*/ 747556 h 6857999"/>
              <a:gd name="connsiteX48" fmla="*/ 5393615 w 6096000"/>
              <a:gd name="connsiteY48" fmla="*/ 845889 h 6857999"/>
              <a:gd name="connsiteX49" fmla="*/ 5612926 w 6096000"/>
              <a:gd name="connsiteY49" fmla="*/ 845889 h 6857999"/>
              <a:gd name="connsiteX50" fmla="*/ 5612926 w 6096000"/>
              <a:gd name="connsiteY50" fmla="*/ 870012 h 6857999"/>
              <a:gd name="connsiteX51" fmla="*/ 5393615 w 6096000"/>
              <a:gd name="connsiteY51" fmla="*/ 870012 h 6857999"/>
              <a:gd name="connsiteX52" fmla="*/ 5393615 w 6096000"/>
              <a:gd name="connsiteY52" fmla="*/ 906979 h 6857999"/>
              <a:gd name="connsiteX53" fmla="*/ 5612926 w 6096000"/>
              <a:gd name="connsiteY53" fmla="*/ 906979 h 6857999"/>
              <a:gd name="connsiteX54" fmla="*/ 5612926 w 6096000"/>
              <a:gd name="connsiteY54" fmla="*/ 931112 h 6857999"/>
              <a:gd name="connsiteX55" fmla="*/ 5393615 w 6096000"/>
              <a:gd name="connsiteY55" fmla="*/ 931112 h 6857999"/>
              <a:gd name="connsiteX56" fmla="*/ 5393615 w 6096000"/>
              <a:gd name="connsiteY56" fmla="*/ 1005207 h 6857999"/>
              <a:gd name="connsiteX57" fmla="*/ 5661115 w 6096000"/>
              <a:gd name="connsiteY57" fmla="*/ 1005207 h 6857999"/>
              <a:gd name="connsiteX58" fmla="*/ 5673625 w 6096000"/>
              <a:gd name="connsiteY58" fmla="*/ 992697 h 6857999"/>
              <a:gd name="connsiteX59" fmla="*/ 5673625 w 6096000"/>
              <a:gd name="connsiteY59" fmla="*/ 529496 h 6857999"/>
              <a:gd name="connsiteX60" fmla="*/ 5661105 w 6096000"/>
              <a:gd name="connsiteY60" fmla="*/ 516977 h 6857999"/>
              <a:gd name="connsiteX61" fmla="*/ 5661105 w 6096000"/>
              <a:gd name="connsiteY61" fmla="*/ 516967 h 6857999"/>
              <a:gd name="connsiteX62" fmla="*/ 5372068 w 6096000"/>
              <a:gd name="connsiteY62" fmla="*/ 423510 h 6857999"/>
              <a:gd name="connsiteX63" fmla="*/ 5002809 w 6096000"/>
              <a:gd name="connsiteY63" fmla="*/ 490545 h 6857999"/>
              <a:gd name="connsiteX64" fmla="*/ 5001311 w 6096000"/>
              <a:gd name="connsiteY64" fmla="*/ 490821 h 6857999"/>
              <a:gd name="connsiteX65" fmla="*/ 4994374 w 6096000"/>
              <a:gd name="connsiteY65" fmla="*/ 499190 h 6857999"/>
              <a:gd name="connsiteX66" fmla="*/ 4994374 w 6096000"/>
              <a:gd name="connsiteY66" fmla="*/ 1019931 h 6857999"/>
              <a:gd name="connsiteX67" fmla="*/ 5001244 w 6096000"/>
              <a:gd name="connsiteY67" fmla="*/ 1028271 h 6857999"/>
              <a:gd name="connsiteX68" fmla="*/ 5371983 w 6096000"/>
              <a:gd name="connsiteY68" fmla="*/ 1100468 h 6857999"/>
              <a:gd name="connsiteX69" fmla="*/ 5382097 w 6096000"/>
              <a:gd name="connsiteY69" fmla="*/ 1092109 h 6857999"/>
              <a:gd name="connsiteX70" fmla="*/ 5382097 w 6096000"/>
              <a:gd name="connsiteY70" fmla="*/ 431888 h 6857999"/>
              <a:gd name="connsiteX71" fmla="*/ 5372068 w 6096000"/>
              <a:gd name="connsiteY71" fmla="*/ 423510 h 6857999"/>
              <a:gd name="connsiteX72" fmla="*/ 0 w 6096000"/>
              <a:gd name="connsiteY72" fmla="*/ 0 h 6857999"/>
              <a:gd name="connsiteX73" fmla="*/ 6096000 w 6096000"/>
              <a:gd name="connsiteY73" fmla="*/ 0 h 6857999"/>
              <a:gd name="connsiteX74" fmla="*/ 6096000 w 6096000"/>
              <a:gd name="connsiteY74" fmla="*/ 6857999 h 6857999"/>
              <a:gd name="connsiteX75" fmla="*/ 0 w 6096000"/>
              <a:gd name="connsiteY7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6096000" h="6857999">
                <a:moveTo>
                  <a:pt x="5308832" y="633794"/>
                </a:moveTo>
                <a:lnTo>
                  <a:pt x="5308832" y="663088"/>
                </a:lnTo>
                <a:cubicBezTo>
                  <a:pt x="5303536" y="663394"/>
                  <a:pt x="5298917" y="664004"/>
                  <a:pt x="5294986" y="664920"/>
                </a:cubicBezTo>
                <a:cubicBezTo>
                  <a:pt x="5291073" y="665817"/>
                  <a:pt x="5287829" y="667020"/>
                  <a:pt x="5285233" y="668518"/>
                </a:cubicBezTo>
                <a:cubicBezTo>
                  <a:pt x="5282647" y="670006"/>
                  <a:pt x="5280720" y="671800"/>
                  <a:pt x="5279432" y="673890"/>
                </a:cubicBezTo>
                <a:cubicBezTo>
                  <a:pt x="5278153" y="675970"/>
                  <a:pt x="5277504" y="678356"/>
                  <a:pt x="5277504" y="681047"/>
                </a:cubicBezTo>
                <a:lnTo>
                  <a:pt x="5277504" y="851739"/>
                </a:lnTo>
                <a:cubicBezTo>
                  <a:pt x="5277504" y="854421"/>
                  <a:pt x="5278153" y="856806"/>
                  <a:pt x="5279432" y="858886"/>
                </a:cubicBezTo>
                <a:cubicBezTo>
                  <a:pt x="5280720" y="860976"/>
                  <a:pt x="5282647" y="862761"/>
                  <a:pt x="5285233" y="864259"/>
                </a:cubicBezTo>
                <a:cubicBezTo>
                  <a:pt x="5287829" y="865757"/>
                  <a:pt x="5291073" y="866959"/>
                  <a:pt x="5294986" y="867866"/>
                </a:cubicBezTo>
                <a:cubicBezTo>
                  <a:pt x="5298917" y="868782"/>
                  <a:pt x="5303536" y="869392"/>
                  <a:pt x="5308832" y="869707"/>
                </a:cubicBezTo>
                <a:lnTo>
                  <a:pt x="5308832" y="898964"/>
                </a:lnTo>
                <a:lnTo>
                  <a:pt x="5186556" y="889679"/>
                </a:lnTo>
                <a:lnTo>
                  <a:pt x="5186556" y="862474"/>
                </a:lnTo>
                <a:cubicBezTo>
                  <a:pt x="5190488" y="862703"/>
                  <a:pt x="5193952" y="862589"/>
                  <a:pt x="5196938" y="862121"/>
                </a:cubicBezTo>
                <a:cubicBezTo>
                  <a:pt x="5199925" y="861654"/>
                  <a:pt x="5202435" y="860843"/>
                  <a:pt x="5204439" y="859669"/>
                </a:cubicBezTo>
                <a:cubicBezTo>
                  <a:pt x="5206452" y="858495"/>
                  <a:pt x="5207969" y="856968"/>
                  <a:pt x="5208981" y="855089"/>
                </a:cubicBezTo>
                <a:cubicBezTo>
                  <a:pt x="5209992" y="853209"/>
                  <a:pt x="5210498" y="850976"/>
                  <a:pt x="5210498" y="848399"/>
                </a:cubicBezTo>
                <a:lnTo>
                  <a:pt x="5210498" y="675617"/>
                </a:lnTo>
                <a:lnTo>
                  <a:pt x="5132890" y="679892"/>
                </a:lnTo>
                <a:lnTo>
                  <a:pt x="5132890" y="844535"/>
                </a:lnTo>
                <a:cubicBezTo>
                  <a:pt x="5132890" y="846997"/>
                  <a:pt x="5133358" y="849172"/>
                  <a:pt x="5134283" y="851062"/>
                </a:cubicBezTo>
                <a:cubicBezTo>
                  <a:pt x="5135219" y="852961"/>
                  <a:pt x="5136621" y="854583"/>
                  <a:pt x="5138492" y="855919"/>
                </a:cubicBezTo>
                <a:cubicBezTo>
                  <a:pt x="5140371" y="857264"/>
                  <a:pt x="5142728" y="858323"/>
                  <a:pt x="5145562" y="859115"/>
                </a:cubicBezTo>
                <a:cubicBezTo>
                  <a:pt x="5148406" y="859898"/>
                  <a:pt x="5151736" y="860413"/>
                  <a:pt x="5155563" y="860633"/>
                </a:cubicBezTo>
                <a:lnTo>
                  <a:pt x="5155563" y="887322"/>
                </a:lnTo>
                <a:lnTo>
                  <a:pt x="5053431" y="879574"/>
                </a:lnTo>
                <a:lnTo>
                  <a:pt x="5053431" y="854592"/>
                </a:lnTo>
                <a:cubicBezTo>
                  <a:pt x="5057267" y="854821"/>
                  <a:pt x="5060645" y="854726"/>
                  <a:pt x="5063556" y="854306"/>
                </a:cubicBezTo>
                <a:cubicBezTo>
                  <a:pt x="5066476" y="853886"/>
                  <a:pt x="5068919" y="853152"/>
                  <a:pt x="5070875" y="852083"/>
                </a:cubicBezTo>
                <a:cubicBezTo>
                  <a:pt x="5072840" y="851004"/>
                  <a:pt x="5074320" y="849611"/>
                  <a:pt x="5075302" y="847884"/>
                </a:cubicBezTo>
                <a:cubicBezTo>
                  <a:pt x="5076285" y="846167"/>
                  <a:pt x="5076781" y="844115"/>
                  <a:pt x="5076781" y="841748"/>
                </a:cubicBezTo>
                <a:lnTo>
                  <a:pt x="5076781" y="691028"/>
                </a:lnTo>
                <a:cubicBezTo>
                  <a:pt x="5076781" y="688652"/>
                  <a:pt x="5076285" y="686601"/>
                  <a:pt x="5075302" y="684883"/>
                </a:cubicBezTo>
                <a:cubicBezTo>
                  <a:pt x="5074320" y="683156"/>
                  <a:pt x="5072840" y="681763"/>
                  <a:pt x="5070875" y="680684"/>
                </a:cubicBezTo>
                <a:cubicBezTo>
                  <a:pt x="5068919" y="679616"/>
                  <a:pt x="5066476" y="678881"/>
                  <a:pt x="5063556" y="678461"/>
                </a:cubicBezTo>
                <a:cubicBezTo>
                  <a:pt x="5060645" y="678051"/>
                  <a:pt x="5057267" y="677955"/>
                  <a:pt x="5053431" y="678184"/>
                </a:cubicBezTo>
                <a:lnTo>
                  <a:pt x="5053431" y="653174"/>
                </a:lnTo>
                <a:close/>
                <a:moveTo>
                  <a:pt x="5520633" y="544811"/>
                </a:moveTo>
                <a:cubicBezTo>
                  <a:pt x="5573984" y="545747"/>
                  <a:pt x="5616943" y="589250"/>
                  <a:pt x="5616943" y="642820"/>
                </a:cubicBezTo>
                <a:lnTo>
                  <a:pt x="5520633" y="642820"/>
                </a:lnTo>
                <a:close/>
                <a:moveTo>
                  <a:pt x="5393615" y="516967"/>
                </a:moveTo>
                <a:lnTo>
                  <a:pt x="5393615" y="650759"/>
                </a:lnTo>
                <a:cubicBezTo>
                  <a:pt x="5410371" y="621293"/>
                  <a:pt x="5441937" y="601359"/>
                  <a:pt x="5478198" y="601111"/>
                </a:cubicBezTo>
                <a:lnTo>
                  <a:pt x="5478198" y="700494"/>
                </a:lnTo>
                <a:lnTo>
                  <a:pt x="5576923" y="700494"/>
                </a:lnTo>
                <a:cubicBezTo>
                  <a:pt x="5576198" y="754035"/>
                  <a:pt x="5532599" y="797214"/>
                  <a:pt x="5478895" y="797214"/>
                </a:cubicBezTo>
                <a:cubicBezTo>
                  <a:pt x="5442338" y="797214"/>
                  <a:pt x="5410486" y="777214"/>
                  <a:pt x="5393615" y="747556"/>
                </a:cubicBezTo>
                <a:lnTo>
                  <a:pt x="5393615" y="845889"/>
                </a:lnTo>
                <a:lnTo>
                  <a:pt x="5612926" y="845889"/>
                </a:lnTo>
                <a:lnTo>
                  <a:pt x="5612926" y="870012"/>
                </a:lnTo>
                <a:lnTo>
                  <a:pt x="5393615" y="870012"/>
                </a:lnTo>
                <a:lnTo>
                  <a:pt x="5393615" y="906979"/>
                </a:lnTo>
                <a:lnTo>
                  <a:pt x="5612926" y="906979"/>
                </a:lnTo>
                <a:lnTo>
                  <a:pt x="5612926" y="931112"/>
                </a:lnTo>
                <a:lnTo>
                  <a:pt x="5393615" y="931112"/>
                </a:lnTo>
                <a:lnTo>
                  <a:pt x="5393615" y="1005207"/>
                </a:lnTo>
                <a:lnTo>
                  <a:pt x="5661115" y="1005207"/>
                </a:lnTo>
                <a:cubicBezTo>
                  <a:pt x="5668023" y="1005207"/>
                  <a:pt x="5673625" y="999606"/>
                  <a:pt x="5673625" y="992697"/>
                </a:cubicBezTo>
                <a:lnTo>
                  <a:pt x="5673625" y="529496"/>
                </a:lnTo>
                <a:cubicBezTo>
                  <a:pt x="5673625" y="522606"/>
                  <a:pt x="5667985" y="516977"/>
                  <a:pt x="5661105" y="516977"/>
                </a:cubicBezTo>
                <a:lnTo>
                  <a:pt x="5661105" y="516967"/>
                </a:lnTo>
                <a:close/>
                <a:moveTo>
                  <a:pt x="5372068" y="423510"/>
                </a:moveTo>
                <a:lnTo>
                  <a:pt x="5002809" y="490545"/>
                </a:lnTo>
                <a:lnTo>
                  <a:pt x="5001311" y="490821"/>
                </a:lnTo>
                <a:cubicBezTo>
                  <a:pt x="4997284" y="491585"/>
                  <a:pt x="4994374" y="495096"/>
                  <a:pt x="4994374" y="499190"/>
                </a:cubicBezTo>
                <a:lnTo>
                  <a:pt x="4994374" y="1019931"/>
                </a:lnTo>
                <a:cubicBezTo>
                  <a:pt x="4994374" y="1023997"/>
                  <a:pt x="4997246" y="1027489"/>
                  <a:pt x="5001244" y="1028271"/>
                </a:cubicBezTo>
                <a:cubicBezTo>
                  <a:pt x="5046112" y="1036993"/>
                  <a:pt x="5303450" y="1087119"/>
                  <a:pt x="5371983" y="1100468"/>
                </a:cubicBezTo>
                <a:cubicBezTo>
                  <a:pt x="5377240" y="1101489"/>
                  <a:pt x="5382097" y="1097463"/>
                  <a:pt x="5382097" y="1092109"/>
                </a:cubicBezTo>
                <a:lnTo>
                  <a:pt x="5382097" y="431888"/>
                </a:lnTo>
                <a:cubicBezTo>
                  <a:pt x="5382097" y="426583"/>
                  <a:pt x="5377288" y="422566"/>
                  <a:pt x="5372068" y="423510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22FDF-8B93-BEF9-B44D-36501D49E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10000" cy="38100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AF940-FA63-E6AB-817A-8F8D052B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89FF30-9E31-4414-92AE-8BB29382525F}" type="datetimeFigureOut">
              <a:rPr lang="en-GB" smtClean="0"/>
              <a:pPr/>
              <a:t>23/01/2024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2E5E4-8630-F9B0-44E2-BD345C8D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117F7-7225-6E5D-ECD9-17A7D32B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3AC13-8435-474D-95F2-2C7BFA40DF2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A5B86F1-7697-331E-41EC-CE50E15905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0"/>
            <a:ext cx="6096000" cy="6857999"/>
          </a:xfr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</a:gsLst>
            <a:lin ang="0" scaled="0"/>
          </a:gradFill>
        </p:spPr>
        <p:txBody>
          <a:bodyPr>
            <a:normAutofit/>
          </a:bodyPr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8505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CD2A-0236-A857-3886-A6109CF6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B786C-1C27-74E5-5C95-AA573C17E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7C3EB-5C4A-0617-34A8-790F4290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BE57F-453F-2FEE-E3D9-81EEF4DB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ECE40-D7EE-7C11-057E-39B19FEE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02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71F0C-01F5-8D40-FDEA-C92AFECEA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63B6E-9DEF-D32D-A5C7-BB23ADC63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A3CE7-639A-916E-F5DC-2D63B623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77618-409E-76C6-9433-ED004D22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A04CB-087B-31D7-F775-614601D0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79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8D96B-4C22-5ED0-6B4C-C6E9DDB6D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BA7B8-6405-3A27-B230-7ABF4E05D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DA14F-29BD-5F98-3E52-5B100136F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477000"/>
            <a:ext cx="26670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9FF30-9E31-4414-92AE-8BB29382525F}" type="datetimeFigureOut">
              <a:rPr lang="en-GB" smtClean="0"/>
              <a:t>23/01/2024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00419-93DA-9FF3-BA15-841248A96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91000" y="6477000"/>
            <a:ext cx="38100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3E38A-52F9-DEBD-8486-73906855D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77000"/>
            <a:ext cx="26670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3AC13-8435-474D-95F2-2C7BFA40D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41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3286FF"/>
          </p15:clr>
        </p15:guide>
        <p15:guide id="2" pos="7680" userDrawn="1">
          <p15:clr>
            <a:srgbClr val="3286FF"/>
          </p15:clr>
        </p15:guide>
        <p15:guide id="3" pos="240" userDrawn="1">
          <p15:clr>
            <a:srgbClr val="3286FF"/>
          </p15:clr>
        </p15:guide>
        <p15:guide id="4" pos="480" userDrawn="1">
          <p15:clr>
            <a:srgbClr val="3286FF"/>
          </p15:clr>
        </p15:guide>
        <p15:guide id="5" pos="720" userDrawn="1">
          <p15:clr>
            <a:srgbClr val="3286FF"/>
          </p15:clr>
        </p15:guide>
        <p15:guide id="6" pos="960" userDrawn="1">
          <p15:clr>
            <a:srgbClr val="3286FF"/>
          </p15:clr>
        </p15:guide>
        <p15:guide id="7" pos="1200" userDrawn="1">
          <p15:clr>
            <a:srgbClr val="3286FF"/>
          </p15:clr>
        </p15:guide>
        <p15:guide id="8" pos="1440" userDrawn="1">
          <p15:clr>
            <a:srgbClr val="3286FF"/>
          </p15:clr>
        </p15:guide>
        <p15:guide id="9" pos="1680" userDrawn="1">
          <p15:clr>
            <a:srgbClr val="3286FF"/>
          </p15:clr>
        </p15:guide>
        <p15:guide id="10" pos="1920" userDrawn="1">
          <p15:clr>
            <a:srgbClr val="3286FF"/>
          </p15:clr>
        </p15:guide>
        <p15:guide id="11" pos="2160" userDrawn="1">
          <p15:clr>
            <a:srgbClr val="3286FF"/>
          </p15:clr>
        </p15:guide>
        <p15:guide id="12" pos="2400" userDrawn="1">
          <p15:clr>
            <a:srgbClr val="3286FF"/>
          </p15:clr>
        </p15:guide>
        <p15:guide id="13" pos="2640" userDrawn="1">
          <p15:clr>
            <a:srgbClr val="3286FF"/>
          </p15:clr>
        </p15:guide>
        <p15:guide id="14" pos="2880" userDrawn="1">
          <p15:clr>
            <a:srgbClr val="3286FF"/>
          </p15:clr>
        </p15:guide>
        <p15:guide id="15" pos="3120" userDrawn="1">
          <p15:clr>
            <a:srgbClr val="3286FF"/>
          </p15:clr>
        </p15:guide>
        <p15:guide id="16" pos="3360" userDrawn="1">
          <p15:clr>
            <a:srgbClr val="3286FF"/>
          </p15:clr>
        </p15:guide>
        <p15:guide id="17" pos="3600" userDrawn="1">
          <p15:clr>
            <a:srgbClr val="3286FF"/>
          </p15:clr>
        </p15:guide>
        <p15:guide id="18" pos="3840" userDrawn="1">
          <p15:clr>
            <a:srgbClr val="3286FF"/>
          </p15:clr>
        </p15:guide>
        <p15:guide id="19" pos="4080" userDrawn="1">
          <p15:clr>
            <a:srgbClr val="3286FF"/>
          </p15:clr>
        </p15:guide>
        <p15:guide id="20" pos="4320" userDrawn="1">
          <p15:clr>
            <a:srgbClr val="3286FF"/>
          </p15:clr>
        </p15:guide>
        <p15:guide id="21" pos="4560" userDrawn="1">
          <p15:clr>
            <a:srgbClr val="3286FF"/>
          </p15:clr>
        </p15:guide>
        <p15:guide id="22" pos="4800" userDrawn="1">
          <p15:clr>
            <a:srgbClr val="3286FF"/>
          </p15:clr>
        </p15:guide>
        <p15:guide id="23" pos="5040" userDrawn="1">
          <p15:clr>
            <a:srgbClr val="3286FF"/>
          </p15:clr>
        </p15:guide>
        <p15:guide id="24" pos="5280" userDrawn="1">
          <p15:clr>
            <a:srgbClr val="3286FF"/>
          </p15:clr>
        </p15:guide>
        <p15:guide id="25" pos="5520" userDrawn="1">
          <p15:clr>
            <a:srgbClr val="3286FF"/>
          </p15:clr>
        </p15:guide>
        <p15:guide id="26" pos="5760" userDrawn="1">
          <p15:clr>
            <a:srgbClr val="3286FF"/>
          </p15:clr>
        </p15:guide>
        <p15:guide id="27" pos="6000" userDrawn="1">
          <p15:clr>
            <a:srgbClr val="3286FF"/>
          </p15:clr>
        </p15:guide>
        <p15:guide id="28" pos="6240" userDrawn="1">
          <p15:clr>
            <a:srgbClr val="3286FF"/>
          </p15:clr>
        </p15:guide>
        <p15:guide id="29" pos="6480" userDrawn="1">
          <p15:clr>
            <a:srgbClr val="3286FF"/>
          </p15:clr>
        </p15:guide>
        <p15:guide id="30" pos="6720" userDrawn="1">
          <p15:clr>
            <a:srgbClr val="3286FF"/>
          </p15:clr>
        </p15:guide>
        <p15:guide id="31" pos="6960" userDrawn="1">
          <p15:clr>
            <a:srgbClr val="3286FF"/>
          </p15:clr>
        </p15:guide>
        <p15:guide id="32" pos="7200" userDrawn="1">
          <p15:clr>
            <a:srgbClr val="3286FF"/>
          </p15:clr>
        </p15:guide>
        <p15:guide id="33" pos="7440" userDrawn="1">
          <p15:clr>
            <a:srgbClr val="3286FF"/>
          </p15:clr>
        </p15:guide>
        <p15:guide id="34" orient="horz" userDrawn="1">
          <p15:clr>
            <a:srgbClr val="3286FF"/>
          </p15:clr>
        </p15:guide>
        <p15:guide id="35" orient="horz" pos="4320" userDrawn="1">
          <p15:clr>
            <a:srgbClr val="3286FF"/>
          </p15:clr>
        </p15:guide>
        <p15:guide id="36" orient="horz" pos="240" userDrawn="1">
          <p15:clr>
            <a:srgbClr val="3286FF"/>
          </p15:clr>
        </p15:guide>
        <p15:guide id="37" orient="horz" pos="480" userDrawn="1">
          <p15:clr>
            <a:srgbClr val="3286FF"/>
          </p15:clr>
        </p15:guide>
        <p15:guide id="38" orient="horz" pos="720" userDrawn="1">
          <p15:clr>
            <a:srgbClr val="3286FF"/>
          </p15:clr>
        </p15:guide>
        <p15:guide id="39" orient="horz" pos="960" userDrawn="1">
          <p15:clr>
            <a:srgbClr val="3286FF"/>
          </p15:clr>
        </p15:guide>
        <p15:guide id="40" orient="horz" pos="1200" userDrawn="1">
          <p15:clr>
            <a:srgbClr val="3286FF"/>
          </p15:clr>
        </p15:guide>
        <p15:guide id="41" orient="horz" pos="1440" userDrawn="1">
          <p15:clr>
            <a:srgbClr val="3286FF"/>
          </p15:clr>
        </p15:guide>
        <p15:guide id="42" orient="horz" pos="1680" userDrawn="1">
          <p15:clr>
            <a:srgbClr val="3286FF"/>
          </p15:clr>
        </p15:guide>
        <p15:guide id="43" orient="horz" pos="1920" userDrawn="1">
          <p15:clr>
            <a:srgbClr val="3286FF"/>
          </p15:clr>
        </p15:guide>
        <p15:guide id="44" orient="horz" pos="2160" userDrawn="1">
          <p15:clr>
            <a:srgbClr val="3286FF"/>
          </p15:clr>
        </p15:guide>
        <p15:guide id="45" orient="horz" pos="2400" userDrawn="1">
          <p15:clr>
            <a:srgbClr val="3286FF"/>
          </p15:clr>
        </p15:guide>
        <p15:guide id="46" orient="horz" pos="2640" userDrawn="1">
          <p15:clr>
            <a:srgbClr val="3286FF"/>
          </p15:clr>
        </p15:guide>
        <p15:guide id="47" orient="horz" pos="2880" userDrawn="1">
          <p15:clr>
            <a:srgbClr val="3286FF"/>
          </p15:clr>
        </p15:guide>
        <p15:guide id="48" orient="horz" pos="3120" userDrawn="1">
          <p15:clr>
            <a:srgbClr val="3286FF"/>
          </p15:clr>
        </p15:guide>
        <p15:guide id="49" orient="horz" pos="3360" userDrawn="1">
          <p15:clr>
            <a:srgbClr val="3286FF"/>
          </p15:clr>
        </p15:guide>
        <p15:guide id="50" orient="horz" pos="3600" userDrawn="1">
          <p15:clr>
            <a:srgbClr val="3286FF"/>
          </p15:clr>
        </p15:guide>
        <p15:guide id="51" orient="horz" pos="3840" userDrawn="1">
          <p15:clr>
            <a:srgbClr val="3286FF"/>
          </p15:clr>
        </p15:guide>
        <p15:guide id="52" orient="horz" pos="4080" userDrawn="1">
          <p15:clr>
            <a:srgbClr val="3286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ptxman.gumroad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pinterest.com/pptxman/slidespiration/" TargetMode="External"/><Relationship Id="rId5" Type="http://schemas.openxmlformats.org/officeDocument/2006/relationships/hyperlink" Target="https://www.upwork.com/freelancers/~01794d2c5e09097cfb" TargetMode="External"/><Relationship Id="rId4" Type="http://schemas.openxmlformats.org/officeDocument/2006/relationships/hyperlink" Target="https://behance.net/pptxm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482E95A-8930-AD88-0FC0-3F86601ACB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4" t="6250" r="25431"/>
          <a:stretch/>
        </p:blipFill>
        <p:spPr>
          <a:xfrm>
            <a:off x="6096000" y="0"/>
            <a:ext cx="6096000" cy="6857999"/>
          </a:xfrm>
        </p:spPr>
      </p:pic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3A1F7053-3588-6241-10A7-8915CEBA06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9" name="Title 78">
            <a:extLst>
              <a:ext uri="{FF2B5EF4-FFF2-40B4-BE49-F238E27FC236}">
                <a16:creationId xmlns:a16="http://schemas.microsoft.com/office/drawing/2014/main" id="{3FA6F51A-D38D-E430-5605-4AA91C12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89722"/>
            <a:ext cx="4952999" cy="1524000"/>
          </a:xfrm>
        </p:spPr>
        <p:txBody>
          <a:bodyPr lIns="90000">
            <a:noAutofit/>
          </a:bodyPr>
          <a:lstStyle/>
          <a:p>
            <a:r>
              <a:rPr lang="ru-RU" sz="5400"/>
              <a:t>Спасибо,</a:t>
            </a:r>
            <a:br>
              <a:rPr lang="ru-RU" sz="5400"/>
            </a:br>
            <a:r>
              <a:rPr lang="ru-RU" sz="5400"/>
              <a:t>что скачали!</a:t>
            </a:r>
            <a:endParaRPr lang="en-GB" sz="5400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4295D24A-8501-5D74-C1AB-C0D1E71E3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ru-RU" sz="1400" dirty="0">
                <a:solidFill>
                  <a:srgbClr val="FFFFFE"/>
                </a:solidFill>
                <a:effectLst/>
                <a:latin typeface="Rockwell" panose="02060603020205020403" pitchFamily="18" charset="77"/>
              </a:rPr>
              <a:t>Надеюсь, это улучшит ваши шаблоны.</a:t>
            </a:r>
            <a:endParaRPr lang="en-GB" sz="1400" dirty="0">
              <a:solidFill>
                <a:srgbClr val="FFFFFE"/>
              </a:solidFill>
              <a:effectLst/>
              <a:latin typeface="Rockwell"/>
            </a:endParaRPr>
          </a:p>
          <a:p>
            <a:pPr>
              <a:lnSpc>
                <a:spcPct val="120000"/>
              </a:lnSpc>
            </a:pPr>
            <a:r>
              <a:rPr lang="ru-RU" sz="1400" dirty="0">
                <a:solidFill>
                  <a:srgbClr val="FFFFFE"/>
                </a:solidFill>
                <a:effectLst/>
                <a:latin typeface="Rockwell" panose="02060603020205020403" pitchFamily="18" charset="77"/>
              </a:rPr>
              <a:t>Загляните в мой </a:t>
            </a:r>
            <a:r>
              <a:rPr lang="en-US" sz="1400" dirty="0">
                <a:solidFill>
                  <a:srgbClr val="FF91E7"/>
                </a:solidFill>
                <a:effectLst/>
                <a:latin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Gumroad</a:t>
            </a:r>
            <a:r>
              <a:rPr lang="en-US" sz="1400" dirty="0">
                <a:solidFill>
                  <a:srgbClr val="FF91E7"/>
                </a:solidFill>
                <a:effectLst/>
                <a:latin typeface="Rockwell"/>
              </a:rPr>
              <a:t>,</a:t>
            </a:r>
            <a:r>
              <a:rPr lang="ru-RU" sz="1400" dirty="0">
                <a:solidFill>
                  <a:srgbClr val="FF91E7"/>
                </a:solidFill>
                <a:effectLst/>
                <a:latin typeface="Rockwell" panose="02060603020205020403" pitchFamily="18" charset="77"/>
              </a:rPr>
              <a:t> </a:t>
            </a:r>
            <a:r>
              <a:rPr lang="ru-RU" sz="1400" dirty="0">
                <a:effectLst/>
                <a:latin typeface="Rockwell" panose="02060603020205020403" pitchFamily="18" charset="77"/>
              </a:rPr>
              <a:t>там есть интересные штуки для </a:t>
            </a:r>
            <a:r>
              <a:rPr lang="en-GB" sz="1400" dirty="0">
                <a:effectLst/>
                <a:latin typeface="Rockwell"/>
              </a:rPr>
              <a:t>PowerPoint</a:t>
            </a:r>
            <a:r>
              <a:rPr lang="ru-RU" sz="1400" dirty="0">
                <a:effectLst/>
                <a:latin typeface="Rockwell" panose="02060603020205020403" pitchFamily="18" charset="77"/>
              </a:rPr>
              <a:t> и</a:t>
            </a:r>
            <a:r>
              <a:rPr lang="en-US" sz="1400" dirty="0">
                <a:effectLst/>
                <a:latin typeface="Rockwell"/>
              </a:rPr>
              <a:t> </a:t>
            </a:r>
            <a:r>
              <a:rPr lang="ru-RU" sz="1400" dirty="0">
                <a:effectLst/>
                <a:latin typeface="Rockwell" panose="02060603020205020403" pitchFamily="18" charset="77"/>
              </a:rPr>
              <a:t>презентаций: экспортер слайдов в</a:t>
            </a:r>
            <a:r>
              <a:rPr lang="en-US" sz="1400" dirty="0">
                <a:effectLst/>
                <a:latin typeface="Rockwell"/>
              </a:rPr>
              <a:t> </a:t>
            </a:r>
            <a:r>
              <a:rPr lang="ru-RU" sz="1400" dirty="0">
                <a:effectLst/>
                <a:latin typeface="Rockwell" panose="02060603020205020403" pitchFamily="18" charset="77"/>
              </a:rPr>
              <a:t>высоком разрешении, тест Джобса-Кука, тестер цветов темы </a:t>
            </a:r>
            <a:r>
              <a:rPr lang="en-GB" sz="1400" dirty="0">
                <a:effectLst/>
                <a:latin typeface="Rockwell"/>
              </a:rPr>
              <a:t>PowerPoint</a:t>
            </a:r>
            <a:r>
              <a:rPr lang="ru-RU" sz="1400" dirty="0">
                <a:effectLst/>
                <a:latin typeface="Rockwell" panose="02060603020205020403" pitchFamily="18" charset="77"/>
              </a:rPr>
              <a:t> и</a:t>
            </a:r>
            <a:r>
              <a:rPr lang="en-US" sz="1400" dirty="0">
                <a:effectLst/>
                <a:latin typeface="Rockwell"/>
              </a:rPr>
              <a:t> </a:t>
            </a:r>
            <a:r>
              <a:rPr lang="ru-RU" sz="1400" dirty="0">
                <a:effectLst/>
                <a:latin typeface="Rockwell" panose="02060603020205020403" pitchFamily="18" charset="77"/>
              </a:rPr>
              <a:t>т.д.</a:t>
            </a:r>
            <a:endParaRPr lang="en-GB" sz="1400" dirty="0">
              <a:latin typeface="Rockwell"/>
            </a:endParaRPr>
          </a:p>
          <a:p>
            <a:pPr>
              <a:lnSpc>
                <a:spcPct val="120000"/>
              </a:lnSpc>
            </a:pPr>
            <a:endParaRPr lang="en-GB" sz="1400" dirty="0">
              <a:solidFill>
                <a:srgbClr val="FFFFFE"/>
              </a:solidFill>
              <a:effectLst/>
              <a:latin typeface="Rockwell" panose="02060603020205020403" pitchFamily="18" charset="77"/>
            </a:endParaRPr>
          </a:p>
          <a:p>
            <a:pPr>
              <a:lnSpc>
                <a:spcPct val="120000"/>
              </a:lnSpc>
            </a:pPr>
            <a:endParaRPr lang="en-GB" sz="1400" dirty="0">
              <a:solidFill>
                <a:srgbClr val="FFFFFE"/>
              </a:solidFill>
              <a:effectLst/>
              <a:latin typeface="Rockwell" panose="02060603020205020403" pitchFamily="18" charset="77"/>
            </a:endParaRPr>
          </a:p>
          <a:p>
            <a:pPr>
              <a:lnSpc>
                <a:spcPct val="120000"/>
              </a:lnSpc>
            </a:pPr>
            <a:endParaRPr lang="en-GB" sz="1400" dirty="0">
              <a:solidFill>
                <a:srgbClr val="FFFFFE"/>
              </a:solidFill>
              <a:latin typeface="Rockwell" panose="02060603020205020403" pitchFamily="18" charset="77"/>
            </a:endParaRPr>
          </a:p>
          <a:p>
            <a:pPr>
              <a:lnSpc>
                <a:spcPct val="120000"/>
              </a:lnSpc>
            </a:pPr>
            <a:endParaRPr lang="en-GB" sz="1400" dirty="0">
              <a:solidFill>
                <a:srgbClr val="FFFFFE"/>
              </a:solidFill>
              <a:effectLst/>
              <a:latin typeface="Rockwell" panose="02060603020205020403" pitchFamily="18" charset="77"/>
            </a:endParaRPr>
          </a:p>
          <a:p>
            <a:pPr>
              <a:lnSpc>
                <a:spcPct val="120000"/>
              </a:lnSpc>
            </a:pPr>
            <a:r>
              <a:rPr lang="ru-RU" sz="1400">
                <a:solidFill>
                  <a:srgbClr val="FFFFFE"/>
                </a:solidFill>
                <a:latin typeface="Rockwell" panose="02060603020205020403" pitchFamily="18" charset="77"/>
              </a:rPr>
              <a:t>Обо мне</a:t>
            </a:r>
            <a:r>
              <a:rPr lang="en-GB" sz="1400" dirty="0">
                <a:solidFill>
                  <a:srgbClr val="FFFFFE"/>
                </a:solidFill>
                <a:latin typeface="Rockwell"/>
              </a:rPr>
              <a:t>:</a:t>
            </a:r>
            <a:br>
              <a:rPr lang="ru-RU" sz="1400" dirty="0">
                <a:latin typeface="Rockwell" panose="02060603020205020403" pitchFamily="18" charset="77"/>
              </a:rPr>
            </a:br>
            <a:r>
              <a:rPr lang="en-GB" sz="1400" dirty="0">
                <a:solidFill>
                  <a:srgbClr val="0057FF"/>
                </a:solidFill>
                <a:effectLst/>
                <a:latin typeface="Rockwel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Behance</a:t>
            </a:r>
            <a:r>
              <a:rPr lang="en-GB" sz="1400" dirty="0">
                <a:solidFill>
                  <a:srgbClr val="0057FF"/>
                </a:solidFill>
                <a:effectLst/>
                <a:latin typeface="Rockwell"/>
              </a:rPr>
              <a:t>,</a:t>
            </a:r>
            <a:r>
              <a:rPr lang="en-US" sz="1400" dirty="0">
                <a:solidFill>
                  <a:srgbClr val="0057FF"/>
                </a:solidFill>
                <a:latin typeface="Rockwell"/>
              </a:rPr>
              <a:t> </a:t>
            </a:r>
            <a:r>
              <a:rPr lang="en-GB" sz="1400" dirty="0">
                <a:solidFill>
                  <a:srgbClr val="17A700"/>
                </a:solidFill>
                <a:latin typeface="Rockwel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Upwork</a:t>
            </a:r>
            <a:r>
              <a:rPr lang="en-GB" sz="1400" dirty="0">
                <a:solidFill>
                  <a:srgbClr val="17A700"/>
                </a:solidFill>
                <a:latin typeface="Rockwell"/>
              </a:rPr>
              <a:t>,</a:t>
            </a:r>
            <a:r>
              <a:rPr lang="en-US" sz="1400" dirty="0">
                <a:solidFill>
                  <a:srgbClr val="17A700"/>
                </a:solidFill>
                <a:latin typeface="Rockwell"/>
              </a:rPr>
              <a:t> </a:t>
            </a:r>
            <a:r>
              <a:rPr lang="en-GB" sz="1400" dirty="0">
                <a:solidFill>
                  <a:srgbClr val="FF0000"/>
                </a:solidFill>
                <a:effectLst/>
                <a:latin typeface="Rockwel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</a:t>
            </a:r>
            <a:r>
              <a:rPr lang="en-GB" sz="1400" dirty="0">
                <a:solidFill>
                  <a:srgbClr val="FF0000"/>
                </a:solidFill>
                <a:latin typeface="Rockwel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erest</a:t>
            </a:r>
            <a:endParaRPr lang="en-GB" sz="1400">
              <a:solidFill>
                <a:srgbClr val="FF0000"/>
              </a:solidFill>
              <a:effectLst/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194491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Спасибо, что скачали!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Vldmr B.</dc:creator>
  <cp:revision>4</cp:revision>
  <dcterms:created xsi:type="dcterms:W3CDTF">2024-01-18T08:52:45Z</dcterms:created>
  <dcterms:modified xsi:type="dcterms:W3CDTF">2024-01-24T07:49:07Z</dcterms:modified>
</cp:coreProperties>
</file>