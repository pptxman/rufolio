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8" r:id="rId2"/>
  </p:sldIdLst>
  <p:sldSz cx="6880225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E07C24-C3F7-474D-922C-7F5E60D046C3}" v="1" dt="2023-01-28T09:56:35.7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6491" autoAdjust="0"/>
    <p:restoredTop sz="94660"/>
  </p:normalViewPr>
  <p:slideViewPr>
    <p:cSldViewPr snapToGrid="0">
      <p:cViewPr varScale="1">
        <p:scale>
          <a:sx n="192" d="100"/>
          <a:sy n="192" d="100"/>
        </p:scale>
        <p:origin x="1352" y="-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ldmr B." userId="7d8b44abef05904b" providerId="LiveId" clId="{63E07C24-C3F7-474D-922C-7F5E60D046C3}"/>
    <pc:docChg chg="modSld">
      <pc:chgData name="Vldmr B." userId="7d8b44abef05904b" providerId="LiveId" clId="{63E07C24-C3F7-474D-922C-7F5E60D046C3}" dt="2023-01-28T09:56:35.798" v="0" actId="11530"/>
      <pc:docMkLst>
        <pc:docMk/>
      </pc:docMkLst>
      <pc:sldChg chg="modSp">
        <pc:chgData name="Vldmr B." userId="7d8b44abef05904b" providerId="LiveId" clId="{63E07C24-C3F7-474D-922C-7F5E60D046C3}" dt="2023-01-28T09:56:35.798" v="0" actId="11530"/>
        <pc:sldMkLst>
          <pc:docMk/>
          <pc:sldMk cId="4204057722" sldId="258"/>
        </pc:sldMkLst>
        <pc:picChg chg="mod">
          <ac:chgData name="Vldmr B." userId="7d8b44abef05904b" providerId="LiveId" clId="{63E07C24-C3F7-474D-922C-7F5E60D046C3}" dt="2023-01-28T09:56:35.798" v="0" actId="11530"/>
          <ac:picMkLst>
            <pc:docMk/>
            <pc:sldMk cId="4204057722" sldId="258"/>
            <ac:picMk id="5" creationId="{5EC16480-6C42-2041-A898-AE3BEEBA6E9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0028" y="589241"/>
            <a:ext cx="5160169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0028" y="1891070"/>
            <a:ext cx="5160169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923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317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432" y="897613"/>
            <a:ext cx="5934194" cy="149768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9432" y="2409468"/>
            <a:ext cx="5934194" cy="787598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712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3015" y="958453"/>
            <a:ext cx="2924096" cy="2284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3114" y="958453"/>
            <a:ext cx="2924096" cy="2284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485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12" y="191691"/>
            <a:ext cx="5934194" cy="6959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3912" y="882610"/>
            <a:ext cx="2910657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912" y="1315164"/>
            <a:ext cx="2910657" cy="19344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114" y="882610"/>
            <a:ext cx="2924992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114" y="1315164"/>
            <a:ext cx="2924992" cy="19344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252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370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644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12" y="240030"/>
            <a:ext cx="2219051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24992" y="518398"/>
            <a:ext cx="3483114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912" y="1080135"/>
            <a:ext cx="2219051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15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12" y="240030"/>
            <a:ext cx="2219051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24992" y="518398"/>
            <a:ext cx="3483114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912" y="1080135"/>
            <a:ext cx="2219051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381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102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23661" y="191691"/>
            <a:ext cx="1483549" cy="30512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3015" y="191691"/>
            <a:ext cx="4364643" cy="30512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995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3016" y="191691"/>
            <a:ext cx="5934194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3016" y="958453"/>
            <a:ext cx="5934194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3015" y="3337084"/>
            <a:ext cx="154805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1/28/23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9075" y="3337084"/>
            <a:ext cx="2322076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59159" y="3337084"/>
            <a:ext cx="154805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527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20.png"/><Relationship Id="rId4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2" name="Slide Zoom 11">
                <a:extLst>
                  <a:ext uri="{FF2B5EF4-FFF2-40B4-BE49-F238E27FC236}">
                    <a16:creationId xmlns:a16="http://schemas.microsoft.com/office/drawing/2014/main" id="{BE91E619-85BF-D44D-9D52-10A325F8CAD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56837704"/>
                  </p:ext>
                </p:extLst>
              </p:nvPr>
            </p:nvGraphicFramePr>
            <p:xfrm rot="1620000">
              <a:off x="186535" y="478795"/>
              <a:ext cx="3900895" cy="2041356"/>
            </p:xfrm>
            <a:graphic>
              <a:graphicData uri="http://schemas.microsoft.com/office/powerpoint/2016/slidezoom">
                <pslz:sldZm>
                  <pslz:sldZmObj sldId="258" cId="4204057722">
                    <pslz:zmPr id="{6DCBA130-3E4B-6443-85D5-A9BDC6C344FE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 rot="1620000">
                          <a:off x="0" y="0"/>
                          <a:ext cx="3900895" cy="2041356"/>
                        </a:xfrm>
                        <a:prstGeom prst="rect">
                          <a:avLst/>
                        </a:prstGeom>
                        <a:noFill/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2" name="Slide Zoom 11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BE91E619-85BF-D44D-9D52-10A325F8CAD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1620000">
                <a:off x="186535" y="478795"/>
                <a:ext cx="3900895" cy="2041356"/>
              </a:xfrm>
              <a:prstGeom prst="rect">
                <a:avLst/>
              </a:prstGeom>
              <a:noFill/>
              <a:ln w="3175">
                <a:noFill/>
              </a:ln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EC16480-6C42-2041-A898-AE3BEEBA6E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36723" y="-104936"/>
            <a:ext cx="4480470" cy="4480470"/>
          </a:xfrm>
          <a:prstGeom prst="rect">
            <a:avLst/>
          </a:prstGeom>
          <a:ln w="254000">
            <a:noFill/>
          </a:ln>
        </p:spPr>
      </p:pic>
    </p:spTree>
    <p:extLst>
      <p:ext uri="{BB962C8B-B14F-4D97-AF65-F5344CB8AC3E}">
        <p14:creationId xmlns:p14="http://schemas.microsoft.com/office/powerpoint/2010/main" val="4204057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1161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https://t.me/pptxman</dc:creator>
  <cp:lastModifiedBy>Vldmr B.</cp:lastModifiedBy>
  <cp:revision>57</cp:revision>
  <dcterms:created xsi:type="dcterms:W3CDTF">2019-06-07T16:25:43Z</dcterms:created>
  <dcterms:modified xsi:type="dcterms:W3CDTF">2023-01-28T10:32:19Z</dcterms:modified>
</cp:coreProperties>
</file>