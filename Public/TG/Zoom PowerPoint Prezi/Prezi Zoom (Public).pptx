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sldIdLst>
    <p:sldId id="256" r:id="rId2"/>
    <p:sldId id="257" r:id="rId3"/>
    <p:sldId id="258" r:id="rId4"/>
  </p:sldIdLst>
  <p:sldSz cx="115204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8" autoAdjust="0"/>
    <p:restoredTop sz="94663"/>
  </p:normalViewPr>
  <p:slideViewPr>
    <p:cSldViewPr snapToGrid="0" snapToObjects="1">
      <p:cViewPr varScale="1">
        <p:scale>
          <a:sx n="111" d="100"/>
          <a:sy n="111" d="100"/>
        </p:scale>
        <p:origin x="10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A1-4A21-A3A2-1AF0916515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IP" hidden="1">
            <a:extLst>
              <a:ext uri="{FF2B5EF4-FFF2-40B4-BE49-F238E27FC236}">
                <a16:creationId xmlns:a16="http://schemas.microsoft.com/office/drawing/2014/main" id="{1F574BA7-A191-484B-BDB0-78147EA70EEA}"/>
              </a:ext>
            </a:extLst>
          </p:cNvPr>
          <p:cNvSpPr/>
          <p:nvPr/>
        </p:nvSpPr>
        <p:spPr>
          <a:xfrm>
            <a:off x="10440987" y="0"/>
            <a:ext cx="719138" cy="7191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WIP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79643638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32×18" hidden="1">
            <a:extLst>
              <a:ext uri="{FF2B5EF4-FFF2-40B4-BE49-F238E27FC236}">
                <a16:creationId xmlns:a16="http://schemas.microsoft.com/office/drawing/2014/main" id="{EDC09203-B581-1548-B2A4-461610B87772}"/>
              </a:ext>
            </a:extLst>
          </p:cNvPr>
          <p:cNvGrpSpPr/>
          <p:nvPr/>
        </p:nvGrpSpPr>
        <p:grpSpPr>
          <a:xfrm>
            <a:off x="27" y="17"/>
            <a:ext cx="11520435" cy="6480143"/>
            <a:chOff x="27" y="17"/>
            <a:chExt cx="11520435" cy="6480143"/>
          </a:xfrm>
        </p:grpSpPr>
        <p:grpSp>
          <p:nvGrpSpPr>
            <p:cNvPr id="284" name="Row 9">
              <a:extLst>
                <a:ext uri="{FF2B5EF4-FFF2-40B4-BE49-F238E27FC236}">
                  <a16:creationId xmlns:a16="http://schemas.microsoft.com/office/drawing/2014/main" id="{E79908F3-39B2-D245-99E7-5F2A4D9EA4FE}"/>
                </a:ext>
              </a:extLst>
            </p:cNvPr>
            <p:cNvGrpSpPr/>
            <p:nvPr/>
          </p:nvGrpSpPr>
          <p:grpSpPr>
            <a:xfrm>
              <a:off x="27" y="5760160"/>
              <a:ext cx="11520435" cy="720000"/>
              <a:chOff x="29" y="18"/>
              <a:chExt cx="11520435" cy="720000"/>
            </a:xfrm>
          </p:grpSpPr>
          <p:sp>
            <p:nvSpPr>
              <p:cNvPr id="285" name="16">
                <a:extLst>
                  <a:ext uri="{FF2B5EF4-FFF2-40B4-BE49-F238E27FC236}">
                    <a16:creationId xmlns:a16="http://schemas.microsoft.com/office/drawing/2014/main" id="{A8268E4E-81FE-2145-AF6E-DAA41EBCE3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046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86" name="15">
                <a:extLst>
                  <a:ext uri="{FF2B5EF4-FFF2-40B4-BE49-F238E27FC236}">
                    <a16:creationId xmlns:a16="http://schemas.microsoft.com/office/drawing/2014/main" id="{A47CAB2B-574C-6143-966D-D30F067C07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8043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87" name="14">
                <a:extLst>
                  <a:ext uri="{FF2B5EF4-FFF2-40B4-BE49-F238E27FC236}">
                    <a16:creationId xmlns:a16="http://schemas.microsoft.com/office/drawing/2014/main" id="{5DDEA462-684E-344B-B6D3-95BD9076D9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6040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88" name="13">
                <a:extLst>
                  <a:ext uri="{FF2B5EF4-FFF2-40B4-BE49-F238E27FC236}">
                    <a16:creationId xmlns:a16="http://schemas.microsoft.com/office/drawing/2014/main" id="{1C05ED7D-59A2-7449-8A04-FBE7AF65F9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037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89" name="12">
                <a:extLst>
                  <a:ext uri="{FF2B5EF4-FFF2-40B4-BE49-F238E27FC236}">
                    <a16:creationId xmlns:a16="http://schemas.microsoft.com/office/drawing/2014/main" id="{CF852D79-20A5-554D-9371-0214D1955C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2034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90" name="11">
                <a:extLst>
                  <a:ext uri="{FF2B5EF4-FFF2-40B4-BE49-F238E27FC236}">
                    <a16:creationId xmlns:a16="http://schemas.microsoft.com/office/drawing/2014/main" id="{21110647-789E-B34F-A51E-C729ADF309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31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91" name="10">
                <a:extLst>
                  <a:ext uri="{FF2B5EF4-FFF2-40B4-BE49-F238E27FC236}">
                    <a16:creationId xmlns:a16="http://schemas.microsoft.com/office/drawing/2014/main" id="{29876E73-8D63-FC48-A9CC-485F2D5C98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0290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92" name="9">
                <a:extLst>
                  <a:ext uri="{FF2B5EF4-FFF2-40B4-BE49-F238E27FC236}">
                    <a16:creationId xmlns:a16="http://schemas.microsoft.com/office/drawing/2014/main" id="{497FA201-E148-174D-BDB7-CF1FCFA9E1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0261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93" name="8">
                <a:extLst>
                  <a:ext uri="{FF2B5EF4-FFF2-40B4-BE49-F238E27FC236}">
                    <a16:creationId xmlns:a16="http://schemas.microsoft.com/office/drawing/2014/main" id="{5B81262F-CE97-C846-A92C-BD842BA1D3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40232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94" name="7">
                <a:extLst>
                  <a:ext uri="{FF2B5EF4-FFF2-40B4-BE49-F238E27FC236}">
                    <a16:creationId xmlns:a16="http://schemas.microsoft.com/office/drawing/2014/main" id="{1AF18A41-6382-EE4C-8B25-FF4A8D6DEF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0203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95" name="6">
                <a:extLst>
                  <a:ext uri="{FF2B5EF4-FFF2-40B4-BE49-F238E27FC236}">
                    <a16:creationId xmlns:a16="http://schemas.microsoft.com/office/drawing/2014/main" id="{D8BD77B2-21E2-7A4A-BFA9-481D3255B5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0017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96" name="5">
                <a:extLst>
                  <a:ext uri="{FF2B5EF4-FFF2-40B4-BE49-F238E27FC236}">
                    <a16:creationId xmlns:a16="http://schemas.microsoft.com/office/drawing/2014/main" id="{9BC5ED74-2532-014E-B4E7-40CB9478A7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8014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97" name="4">
                <a:extLst>
                  <a:ext uri="{FF2B5EF4-FFF2-40B4-BE49-F238E27FC236}">
                    <a16:creationId xmlns:a16="http://schemas.microsoft.com/office/drawing/2014/main" id="{E33B6EC3-6462-7F41-AF02-6509EDDAE5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011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98" name="3">
                <a:extLst>
                  <a:ext uri="{FF2B5EF4-FFF2-40B4-BE49-F238E27FC236}">
                    <a16:creationId xmlns:a16="http://schemas.microsoft.com/office/drawing/2014/main" id="{44EF0E6F-0354-524D-9BC9-778E6BFB0E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008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99" name="2">
                <a:extLst>
                  <a:ext uri="{FF2B5EF4-FFF2-40B4-BE49-F238E27FC236}">
                    <a16:creationId xmlns:a16="http://schemas.microsoft.com/office/drawing/2014/main" id="{CB5BDB22-755C-8345-BA8B-6CB1521FAB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5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300" name="1">
                <a:extLst>
                  <a:ext uri="{FF2B5EF4-FFF2-40B4-BE49-F238E27FC236}">
                    <a16:creationId xmlns:a16="http://schemas.microsoft.com/office/drawing/2014/main" id="{C4CA9739-39A6-2443-8FB2-9782572B65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9</a:t>
                </a:r>
                <a:endParaRPr lang="ru-RU" dirty="0"/>
              </a:p>
            </p:txBody>
          </p:sp>
        </p:grpSp>
        <p:grpSp>
          <p:nvGrpSpPr>
            <p:cNvPr id="267" name="Row 8">
              <a:extLst>
                <a:ext uri="{FF2B5EF4-FFF2-40B4-BE49-F238E27FC236}">
                  <a16:creationId xmlns:a16="http://schemas.microsoft.com/office/drawing/2014/main" id="{11776F5B-BC51-8542-8658-669C03881088}"/>
                </a:ext>
              </a:extLst>
            </p:cNvPr>
            <p:cNvGrpSpPr/>
            <p:nvPr/>
          </p:nvGrpSpPr>
          <p:grpSpPr>
            <a:xfrm>
              <a:off x="27" y="5040143"/>
              <a:ext cx="11520435" cy="720000"/>
              <a:chOff x="29" y="18"/>
              <a:chExt cx="11520435" cy="720000"/>
            </a:xfrm>
          </p:grpSpPr>
          <p:sp>
            <p:nvSpPr>
              <p:cNvPr id="268" name="16">
                <a:extLst>
                  <a:ext uri="{FF2B5EF4-FFF2-40B4-BE49-F238E27FC236}">
                    <a16:creationId xmlns:a16="http://schemas.microsoft.com/office/drawing/2014/main" id="{1BD3F8E8-4A1C-0949-8A33-F3A2BC6F94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046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69" name="15">
                <a:extLst>
                  <a:ext uri="{FF2B5EF4-FFF2-40B4-BE49-F238E27FC236}">
                    <a16:creationId xmlns:a16="http://schemas.microsoft.com/office/drawing/2014/main" id="{FDCEDBBB-7584-414F-8AC9-5D05256D2D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8043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70" name="14">
                <a:extLst>
                  <a:ext uri="{FF2B5EF4-FFF2-40B4-BE49-F238E27FC236}">
                    <a16:creationId xmlns:a16="http://schemas.microsoft.com/office/drawing/2014/main" id="{EA91ED3B-EAD0-9C4E-B1AC-A6997826F7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6040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71" name="13">
                <a:extLst>
                  <a:ext uri="{FF2B5EF4-FFF2-40B4-BE49-F238E27FC236}">
                    <a16:creationId xmlns:a16="http://schemas.microsoft.com/office/drawing/2014/main" id="{770377D6-49F3-7F48-9317-9FE912BE8C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037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72" name="12">
                <a:extLst>
                  <a:ext uri="{FF2B5EF4-FFF2-40B4-BE49-F238E27FC236}">
                    <a16:creationId xmlns:a16="http://schemas.microsoft.com/office/drawing/2014/main" id="{A0510DA8-2CE3-C642-8025-C2AB03127A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2034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73" name="11">
                <a:extLst>
                  <a:ext uri="{FF2B5EF4-FFF2-40B4-BE49-F238E27FC236}">
                    <a16:creationId xmlns:a16="http://schemas.microsoft.com/office/drawing/2014/main" id="{EEDDF5DF-BBCD-254F-A885-5F07E3D758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31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74" name="10">
                <a:extLst>
                  <a:ext uri="{FF2B5EF4-FFF2-40B4-BE49-F238E27FC236}">
                    <a16:creationId xmlns:a16="http://schemas.microsoft.com/office/drawing/2014/main" id="{C821A77D-7D0D-9746-A0E7-81FD21014C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0290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75" name="9">
                <a:extLst>
                  <a:ext uri="{FF2B5EF4-FFF2-40B4-BE49-F238E27FC236}">
                    <a16:creationId xmlns:a16="http://schemas.microsoft.com/office/drawing/2014/main" id="{CFE9B57C-3B5A-E840-886F-031B068BD8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0261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76" name="8">
                <a:extLst>
                  <a:ext uri="{FF2B5EF4-FFF2-40B4-BE49-F238E27FC236}">
                    <a16:creationId xmlns:a16="http://schemas.microsoft.com/office/drawing/2014/main" id="{4EF83750-35CA-0641-BC8C-5A10A32024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40232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77" name="7">
                <a:extLst>
                  <a:ext uri="{FF2B5EF4-FFF2-40B4-BE49-F238E27FC236}">
                    <a16:creationId xmlns:a16="http://schemas.microsoft.com/office/drawing/2014/main" id="{DE630D90-9D81-034D-A6C6-6B04CAD391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0203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78" name="6">
                <a:extLst>
                  <a:ext uri="{FF2B5EF4-FFF2-40B4-BE49-F238E27FC236}">
                    <a16:creationId xmlns:a16="http://schemas.microsoft.com/office/drawing/2014/main" id="{03ABDF83-105D-A746-95F8-786BB916B3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0017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79" name="5">
                <a:extLst>
                  <a:ext uri="{FF2B5EF4-FFF2-40B4-BE49-F238E27FC236}">
                    <a16:creationId xmlns:a16="http://schemas.microsoft.com/office/drawing/2014/main" id="{D36C1A1C-04B6-8D42-AFD4-2F45199A74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8014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80" name="4">
                <a:extLst>
                  <a:ext uri="{FF2B5EF4-FFF2-40B4-BE49-F238E27FC236}">
                    <a16:creationId xmlns:a16="http://schemas.microsoft.com/office/drawing/2014/main" id="{236E6D1D-79AD-2D4D-93A0-9D9BC876DE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011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81" name="3">
                <a:extLst>
                  <a:ext uri="{FF2B5EF4-FFF2-40B4-BE49-F238E27FC236}">
                    <a16:creationId xmlns:a16="http://schemas.microsoft.com/office/drawing/2014/main" id="{89E986D5-C76E-2443-A3D6-95A7E3BCC7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008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82" name="2">
                <a:extLst>
                  <a:ext uri="{FF2B5EF4-FFF2-40B4-BE49-F238E27FC236}">
                    <a16:creationId xmlns:a16="http://schemas.microsoft.com/office/drawing/2014/main" id="{9AD536DC-D827-244C-BF6B-85834E0197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5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83" name="1">
                <a:extLst>
                  <a:ext uri="{FF2B5EF4-FFF2-40B4-BE49-F238E27FC236}">
                    <a16:creationId xmlns:a16="http://schemas.microsoft.com/office/drawing/2014/main" id="{6702EB4C-3BD7-A64C-95C3-D755748783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8</a:t>
                </a:r>
                <a:endParaRPr lang="ru-RU" dirty="0"/>
              </a:p>
            </p:txBody>
          </p:sp>
        </p:grpSp>
        <p:grpSp>
          <p:nvGrpSpPr>
            <p:cNvPr id="250" name="Row 7">
              <a:extLst>
                <a:ext uri="{FF2B5EF4-FFF2-40B4-BE49-F238E27FC236}">
                  <a16:creationId xmlns:a16="http://schemas.microsoft.com/office/drawing/2014/main" id="{F189C0F0-A314-4B42-8C5D-C3481B360A4D}"/>
                </a:ext>
              </a:extLst>
            </p:cNvPr>
            <p:cNvGrpSpPr/>
            <p:nvPr/>
          </p:nvGrpSpPr>
          <p:grpSpPr>
            <a:xfrm>
              <a:off x="27" y="4320125"/>
              <a:ext cx="11520435" cy="720000"/>
              <a:chOff x="29" y="18"/>
              <a:chExt cx="11520435" cy="720000"/>
            </a:xfrm>
          </p:grpSpPr>
          <p:sp>
            <p:nvSpPr>
              <p:cNvPr id="251" name="16">
                <a:extLst>
                  <a:ext uri="{FF2B5EF4-FFF2-40B4-BE49-F238E27FC236}">
                    <a16:creationId xmlns:a16="http://schemas.microsoft.com/office/drawing/2014/main" id="{4E4ECF5E-33B3-A343-BD2E-09B2E5BA21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046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52" name="15">
                <a:extLst>
                  <a:ext uri="{FF2B5EF4-FFF2-40B4-BE49-F238E27FC236}">
                    <a16:creationId xmlns:a16="http://schemas.microsoft.com/office/drawing/2014/main" id="{A6D25B80-31A6-DA45-84AB-433EA62B94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8043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53" name="14">
                <a:extLst>
                  <a:ext uri="{FF2B5EF4-FFF2-40B4-BE49-F238E27FC236}">
                    <a16:creationId xmlns:a16="http://schemas.microsoft.com/office/drawing/2014/main" id="{FCFC0FB0-9696-FD4E-9259-A4FA5E48E8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6040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54" name="13">
                <a:extLst>
                  <a:ext uri="{FF2B5EF4-FFF2-40B4-BE49-F238E27FC236}">
                    <a16:creationId xmlns:a16="http://schemas.microsoft.com/office/drawing/2014/main" id="{C4534B72-6D99-4643-A7AC-E02F0EE0AF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037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55" name="12">
                <a:extLst>
                  <a:ext uri="{FF2B5EF4-FFF2-40B4-BE49-F238E27FC236}">
                    <a16:creationId xmlns:a16="http://schemas.microsoft.com/office/drawing/2014/main" id="{D7999AF7-A940-A24D-9983-5637836947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2034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56" name="11">
                <a:extLst>
                  <a:ext uri="{FF2B5EF4-FFF2-40B4-BE49-F238E27FC236}">
                    <a16:creationId xmlns:a16="http://schemas.microsoft.com/office/drawing/2014/main" id="{1A82502E-FE10-AA4F-825C-06220D70A6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31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57" name="10">
                <a:extLst>
                  <a:ext uri="{FF2B5EF4-FFF2-40B4-BE49-F238E27FC236}">
                    <a16:creationId xmlns:a16="http://schemas.microsoft.com/office/drawing/2014/main" id="{E5FD3AD0-C289-7B47-BAED-1F9CC95D00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0290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58" name="9">
                <a:extLst>
                  <a:ext uri="{FF2B5EF4-FFF2-40B4-BE49-F238E27FC236}">
                    <a16:creationId xmlns:a16="http://schemas.microsoft.com/office/drawing/2014/main" id="{11C274C2-CD1D-984B-9CA7-F88E97BCED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0261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59" name="8">
                <a:extLst>
                  <a:ext uri="{FF2B5EF4-FFF2-40B4-BE49-F238E27FC236}">
                    <a16:creationId xmlns:a16="http://schemas.microsoft.com/office/drawing/2014/main" id="{E64F7824-6519-8142-99D1-4337315507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40232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60" name="7">
                <a:extLst>
                  <a:ext uri="{FF2B5EF4-FFF2-40B4-BE49-F238E27FC236}">
                    <a16:creationId xmlns:a16="http://schemas.microsoft.com/office/drawing/2014/main" id="{EFE96E27-157F-854C-9FCC-4EEE5243EF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0203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61" name="6">
                <a:extLst>
                  <a:ext uri="{FF2B5EF4-FFF2-40B4-BE49-F238E27FC236}">
                    <a16:creationId xmlns:a16="http://schemas.microsoft.com/office/drawing/2014/main" id="{05B64F74-4035-C944-992D-28E6AD0D31E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0017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62" name="5">
                <a:extLst>
                  <a:ext uri="{FF2B5EF4-FFF2-40B4-BE49-F238E27FC236}">
                    <a16:creationId xmlns:a16="http://schemas.microsoft.com/office/drawing/2014/main" id="{5451EA3A-CD1D-554A-881B-890EC1264A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8014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63" name="4">
                <a:extLst>
                  <a:ext uri="{FF2B5EF4-FFF2-40B4-BE49-F238E27FC236}">
                    <a16:creationId xmlns:a16="http://schemas.microsoft.com/office/drawing/2014/main" id="{884F9ABE-656F-4D47-88EF-928C674B69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011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64" name="3">
                <a:extLst>
                  <a:ext uri="{FF2B5EF4-FFF2-40B4-BE49-F238E27FC236}">
                    <a16:creationId xmlns:a16="http://schemas.microsoft.com/office/drawing/2014/main" id="{73F1B12E-364C-444B-80A9-EFA4340225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008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65" name="2">
                <a:extLst>
                  <a:ext uri="{FF2B5EF4-FFF2-40B4-BE49-F238E27FC236}">
                    <a16:creationId xmlns:a16="http://schemas.microsoft.com/office/drawing/2014/main" id="{140C8106-4B30-1344-932F-775217B022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5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66" name="1">
                <a:extLst>
                  <a:ext uri="{FF2B5EF4-FFF2-40B4-BE49-F238E27FC236}">
                    <a16:creationId xmlns:a16="http://schemas.microsoft.com/office/drawing/2014/main" id="{E83449A5-E5EE-9641-A2AC-45D3B13854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7</a:t>
                </a:r>
                <a:endParaRPr lang="ru-RU" dirty="0"/>
              </a:p>
            </p:txBody>
          </p:sp>
        </p:grpSp>
        <p:grpSp>
          <p:nvGrpSpPr>
            <p:cNvPr id="233" name="Row 6">
              <a:extLst>
                <a:ext uri="{FF2B5EF4-FFF2-40B4-BE49-F238E27FC236}">
                  <a16:creationId xmlns:a16="http://schemas.microsoft.com/office/drawing/2014/main" id="{AFD54EE8-AB18-804B-9428-F9A6C3B4CD58}"/>
                </a:ext>
              </a:extLst>
            </p:cNvPr>
            <p:cNvGrpSpPr/>
            <p:nvPr/>
          </p:nvGrpSpPr>
          <p:grpSpPr>
            <a:xfrm>
              <a:off x="27" y="3600107"/>
              <a:ext cx="11520435" cy="720000"/>
              <a:chOff x="29" y="18"/>
              <a:chExt cx="11520435" cy="720000"/>
            </a:xfrm>
          </p:grpSpPr>
          <p:sp>
            <p:nvSpPr>
              <p:cNvPr id="234" name="16">
                <a:extLst>
                  <a:ext uri="{FF2B5EF4-FFF2-40B4-BE49-F238E27FC236}">
                    <a16:creationId xmlns:a16="http://schemas.microsoft.com/office/drawing/2014/main" id="{25A0E6A7-1261-3244-9E3B-A6D7095D65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046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35" name="15">
                <a:extLst>
                  <a:ext uri="{FF2B5EF4-FFF2-40B4-BE49-F238E27FC236}">
                    <a16:creationId xmlns:a16="http://schemas.microsoft.com/office/drawing/2014/main" id="{11442F76-4880-3C4C-B63F-1301E2E7C5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8043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36" name="14">
                <a:extLst>
                  <a:ext uri="{FF2B5EF4-FFF2-40B4-BE49-F238E27FC236}">
                    <a16:creationId xmlns:a16="http://schemas.microsoft.com/office/drawing/2014/main" id="{25D8A9D8-0197-8149-945D-972038E353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6040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37" name="13">
                <a:extLst>
                  <a:ext uri="{FF2B5EF4-FFF2-40B4-BE49-F238E27FC236}">
                    <a16:creationId xmlns:a16="http://schemas.microsoft.com/office/drawing/2014/main" id="{AF4E2ECA-DFDC-B046-BFA8-94CE0B32A1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037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38" name="12">
                <a:extLst>
                  <a:ext uri="{FF2B5EF4-FFF2-40B4-BE49-F238E27FC236}">
                    <a16:creationId xmlns:a16="http://schemas.microsoft.com/office/drawing/2014/main" id="{A890535A-FA9A-AB44-8098-5AB189EAC2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2034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39" name="11">
                <a:extLst>
                  <a:ext uri="{FF2B5EF4-FFF2-40B4-BE49-F238E27FC236}">
                    <a16:creationId xmlns:a16="http://schemas.microsoft.com/office/drawing/2014/main" id="{41B4CA14-CCDE-5644-9B34-A23825AFC6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31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40" name="10">
                <a:extLst>
                  <a:ext uri="{FF2B5EF4-FFF2-40B4-BE49-F238E27FC236}">
                    <a16:creationId xmlns:a16="http://schemas.microsoft.com/office/drawing/2014/main" id="{BC8C498E-EFD8-4C4F-B181-A0DE35FBAE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0290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41" name="9">
                <a:extLst>
                  <a:ext uri="{FF2B5EF4-FFF2-40B4-BE49-F238E27FC236}">
                    <a16:creationId xmlns:a16="http://schemas.microsoft.com/office/drawing/2014/main" id="{4D8F16A0-F002-9A44-84BA-77BE460446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0261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42" name="8">
                <a:extLst>
                  <a:ext uri="{FF2B5EF4-FFF2-40B4-BE49-F238E27FC236}">
                    <a16:creationId xmlns:a16="http://schemas.microsoft.com/office/drawing/2014/main" id="{FF625892-BD9C-7F44-A704-2773453D23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40232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43" name="7">
                <a:extLst>
                  <a:ext uri="{FF2B5EF4-FFF2-40B4-BE49-F238E27FC236}">
                    <a16:creationId xmlns:a16="http://schemas.microsoft.com/office/drawing/2014/main" id="{F24D8E63-D6B7-ED40-8240-BD1FDA3448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0203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44" name="6">
                <a:extLst>
                  <a:ext uri="{FF2B5EF4-FFF2-40B4-BE49-F238E27FC236}">
                    <a16:creationId xmlns:a16="http://schemas.microsoft.com/office/drawing/2014/main" id="{234AA180-34E7-934A-9B20-A7E33AC69B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0017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45" name="5">
                <a:extLst>
                  <a:ext uri="{FF2B5EF4-FFF2-40B4-BE49-F238E27FC236}">
                    <a16:creationId xmlns:a16="http://schemas.microsoft.com/office/drawing/2014/main" id="{705E0FC0-8E66-DA42-8DB4-01F66970C0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8014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46" name="4">
                <a:extLst>
                  <a:ext uri="{FF2B5EF4-FFF2-40B4-BE49-F238E27FC236}">
                    <a16:creationId xmlns:a16="http://schemas.microsoft.com/office/drawing/2014/main" id="{2EDD93DC-716B-3640-BA13-60AA347915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011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47" name="3">
                <a:extLst>
                  <a:ext uri="{FF2B5EF4-FFF2-40B4-BE49-F238E27FC236}">
                    <a16:creationId xmlns:a16="http://schemas.microsoft.com/office/drawing/2014/main" id="{424306C7-3029-6447-A9C5-EEF63B8857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008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48" name="2">
                <a:extLst>
                  <a:ext uri="{FF2B5EF4-FFF2-40B4-BE49-F238E27FC236}">
                    <a16:creationId xmlns:a16="http://schemas.microsoft.com/office/drawing/2014/main" id="{2C871FEF-2780-FE4B-BBB4-44D3A94BC3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5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49" name="1">
                <a:extLst>
                  <a:ext uri="{FF2B5EF4-FFF2-40B4-BE49-F238E27FC236}">
                    <a16:creationId xmlns:a16="http://schemas.microsoft.com/office/drawing/2014/main" id="{433BC448-BC50-C64D-AA1C-50E3B8B9D6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6</a:t>
                </a:r>
                <a:endParaRPr lang="ru-RU" dirty="0"/>
              </a:p>
            </p:txBody>
          </p:sp>
        </p:grpSp>
        <p:grpSp>
          <p:nvGrpSpPr>
            <p:cNvPr id="216" name="Row 5">
              <a:extLst>
                <a:ext uri="{FF2B5EF4-FFF2-40B4-BE49-F238E27FC236}">
                  <a16:creationId xmlns:a16="http://schemas.microsoft.com/office/drawing/2014/main" id="{08B85CAD-7C84-8946-BC4A-9AEC70A5D2AF}"/>
                </a:ext>
              </a:extLst>
            </p:cNvPr>
            <p:cNvGrpSpPr/>
            <p:nvPr/>
          </p:nvGrpSpPr>
          <p:grpSpPr>
            <a:xfrm>
              <a:off x="27" y="2880089"/>
              <a:ext cx="11520435" cy="720000"/>
              <a:chOff x="29" y="18"/>
              <a:chExt cx="11520435" cy="720000"/>
            </a:xfrm>
          </p:grpSpPr>
          <p:sp>
            <p:nvSpPr>
              <p:cNvPr id="217" name="16">
                <a:extLst>
                  <a:ext uri="{FF2B5EF4-FFF2-40B4-BE49-F238E27FC236}">
                    <a16:creationId xmlns:a16="http://schemas.microsoft.com/office/drawing/2014/main" id="{C65FE952-4B6C-C94A-A2A0-DCB4F3EC3B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046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18" name="15">
                <a:extLst>
                  <a:ext uri="{FF2B5EF4-FFF2-40B4-BE49-F238E27FC236}">
                    <a16:creationId xmlns:a16="http://schemas.microsoft.com/office/drawing/2014/main" id="{8BEFBA5A-C046-364F-BD37-7E4EEDD551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8043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19" name="14">
                <a:extLst>
                  <a:ext uri="{FF2B5EF4-FFF2-40B4-BE49-F238E27FC236}">
                    <a16:creationId xmlns:a16="http://schemas.microsoft.com/office/drawing/2014/main" id="{82FEC4F8-AA7D-AD43-AC84-19862FD306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6040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20" name="13">
                <a:extLst>
                  <a:ext uri="{FF2B5EF4-FFF2-40B4-BE49-F238E27FC236}">
                    <a16:creationId xmlns:a16="http://schemas.microsoft.com/office/drawing/2014/main" id="{7159C0C7-A415-5F49-A2B5-CBB4C4CB7D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037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21" name="12">
                <a:extLst>
                  <a:ext uri="{FF2B5EF4-FFF2-40B4-BE49-F238E27FC236}">
                    <a16:creationId xmlns:a16="http://schemas.microsoft.com/office/drawing/2014/main" id="{87B3B044-0532-B142-9BE0-D4D97C2C0D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2034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22" name="11">
                <a:extLst>
                  <a:ext uri="{FF2B5EF4-FFF2-40B4-BE49-F238E27FC236}">
                    <a16:creationId xmlns:a16="http://schemas.microsoft.com/office/drawing/2014/main" id="{3B871F8B-A5A2-B842-A630-403204FE801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31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23" name="10">
                <a:extLst>
                  <a:ext uri="{FF2B5EF4-FFF2-40B4-BE49-F238E27FC236}">
                    <a16:creationId xmlns:a16="http://schemas.microsoft.com/office/drawing/2014/main" id="{7B9154FE-5B20-0243-8E0E-4A206D5C38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0290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24" name="9">
                <a:extLst>
                  <a:ext uri="{FF2B5EF4-FFF2-40B4-BE49-F238E27FC236}">
                    <a16:creationId xmlns:a16="http://schemas.microsoft.com/office/drawing/2014/main" id="{0C703F18-83E2-DD43-9064-591203C9F7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0261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25" name="8">
                <a:extLst>
                  <a:ext uri="{FF2B5EF4-FFF2-40B4-BE49-F238E27FC236}">
                    <a16:creationId xmlns:a16="http://schemas.microsoft.com/office/drawing/2014/main" id="{02AA28FB-F1DF-964A-A16E-CDE1C59D3B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40232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26" name="7">
                <a:extLst>
                  <a:ext uri="{FF2B5EF4-FFF2-40B4-BE49-F238E27FC236}">
                    <a16:creationId xmlns:a16="http://schemas.microsoft.com/office/drawing/2014/main" id="{28CDE24B-1C9F-B143-9A2C-8E2BCF491C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0203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27" name="6">
                <a:extLst>
                  <a:ext uri="{FF2B5EF4-FFF2-40B4-BE49-F238E27FC236}">
                    <a16:creationId xmlns:a16="http://schemas.microsoft.com/office/drawing/2014/main" id="{B0330715-F057-384D-AF98-24F199A50B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0017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28" name="5">
                <a:extLst>
                  <a:ext uri="{FF2B5EF4-FFF2-40B4-BE49-F238E27FC236}">
                    <a16:creationId xmlns:a16="http://schemas.microsoft.com/office/drawing/2014/main" id="{2B3EB88E-340A-FB4D-BD5E-E1C827AD94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8014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29" name="4">
                <a:extLst>
                  <a:ext uri="{FF2B5EF4-FFF2-40B4-BE49-F238E27FC236}">
                    <a16:creationId xmlns:a16="http://schemas.microsoft.com/office/drawing/2014/main" id="{0E1386F4-372E-F140-9EE8-B6488C277B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011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30" name="3">
                <a:extLst>
                  <a:ext uri="{FF2B5EF4-FFF2-40B4-BE49-F238E27FC236}">
                    <a16:creationId xmlns:a16="http://schemas.microsoft.com/office/drawing/2014/main" id="{1A560382-838E-6B4D-948F-73CD6406E2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008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31" name="2">
                <a:extLst>
                  <a:ext uri="{FF2B5EF4-FFF2-40B4-BE49-F238E27FC236}">
                    <a16:creationId xmlns:a16="http://schemas.microsoft.com/office/drawing/2014/main" id="{A012AF64-9031-AC47-AC64-D0CBCD2988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5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32" name="1">
                <a:extLst>
                  <a:ext uri="{FF2B5EF4-FFF2-40B4-BE49-F238E27FC236}">
                    <a16:creationId xmlns:a16="http://schemas.microsoft.com/office/drawing/2014/main" id="{2F498174-8B0B-CF47-9930-9253AC0EAE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5</a:t>
                </a:r>
                <a:endParaRPr lang="ru-RU" dirty="0"/>
              </a:p>
            </p:txBody>
          </p:sp>
        </p:grpSp>
        <p:grpSp>
          <p:nvGrpSpPr>
            <p:cNvPr id="199" name="Row 4">
              <a:extLst>
                <a:ext uri="{FF2B5EF4-FFF2-40B4-BE49-F238E27FC236}">
                  <a16:creationId xmlns:a16="http://schemas.microsoft.com/office/drawing/2014/main" id="{FDBA6802-4A09-C549-AA65-7B6299BDEADC}"/>
                </a:ext>
              </a:extLst>
            </p:cNvPr>
            <p:cNvGrpSpPr/>
            <p:nvPr/>
          </p:nvGrpSpPr>
          <p:grpSpPr>
            <a:xfrm>
              <a:off x="27" y="2160071"/>
              <a:ext cx="11520435" cy="720000"/>
              <a:chOff x="29" y="18"/>
              <a:chExt cx="11520435" cy="720000"/>
            </a:xfrm>
          </p:grpSpPr>
          <p:sp>
            <p:nvSpPr>
              <p:cNvPr id="200" name="16">
                <a:extLst>
                  <a:ext uri="{FF2B5EF4-FFF2-40B4-BE49-F238E27FC236}">
                    <a16:creationId xmlns:a16="http://schemas.microsoft.com/office/drawing/2014/main" id="{9F518C3D-25FF-284D-B8D5-082D3CA793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046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01" name="15">
                <a:extLst>
                  <a:ext uri="{FF2B5EF4-FFF2-40B4-BE49-F238E27FC236}">
                    <a16:creationId xmlns:a16="http://schemas.microsoft.com/office/drawing/2014/main" id="{3398A02A-4A5B-9447-A2BE-7A56BD0241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8043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02" name="14">
                <a:extLst>
                  <a:ext uri="{FF2B5EF4-FFF2-40B4-BE49-F238E27FC236}">
                    <a16:creationId xmlns:a16="http://schemas.microsoft.com/office/drawing/2014/main" id="{184EF075-B462-BC47-AB71-46CF32A5D2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6040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03" name="13">
                <a:extLst>
                  <a:ext uri="{FF2B5EF4-FFF2-40B4-BE49-F238E27FC236}">
                    <a16:creationId xmlns:a16="http://schemas.microsoft.com/office/drawing/2014/main" id="{F600B3C3-126E-9143-B94A-7A8960519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037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04" name="12">
                <a:extLst>
                  <a:ext uri="{FF2B5EF4-FFF2-40B4-BE49-F238E27FC236}">
                    <a16:creationId xmlns:a16="http://schemas.microsoft.com/office/drawing/2014/main" id="{AE65330E-6618-A946-904A-2A7C28A071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2034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05" name="11">
                <a:extLst>
                  <a:ext uri="{FF2B5EF4-FFF2-40B4-BE49-F238E27FC236}">
                    <a16:creationId xmlns:a16="http://schemas.microsoft.com/office/drawing/2014/main" id="{70CDCAA2-4751-9748-8DC7-033AC4F955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31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06" name="10">
                <a:extLst>
                  <a:ext uri="{FF2B5EF4-FFF2-40B4-BE49-F238E27FC236}">
                    <a16:creationId xmlns:a16="http://schemas.microsoft.com/office/drawing/2014/main" id="{A7CAF954-D35B-D044-836D-5CD479C676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0290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07" name="9">
                <a:extLst>
                  <a:ext uri="{FF2B5EF4-FFF2-40B4-BE49-F238E27FC236}">
                    <a16:creationId xmlns:a16="http://schemas.microsoft.com/office/drawing/2014/main" id="{FC8C67B6-59A2-244F-A69E-79425C9603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0261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08" name="8">
                <a:extLst>
                  <a:ext uri="{FF2B5EF4-FFF2-40B4-BE49-F238E27FC236}">
                    <a16:creationId xmlns:a16="http://schemas.microsoft.com/office/drawing/2014/main" id="{226300E5-C529-9842-B11A-4E02D8911B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40232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09" name="7">
                <a:extLst>
                  <a:ext uri="{FF2B5EF4-FFF2-40B4-BE49-F238E27FC236}">
                    <a16:creationId xmlns:a16="http://schemas.microsoft.com/office/drawing/2014/main" id="{DCD80DBE-70FB-2246-A28A-DB13B38BE0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0203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10" name="6">
                <a:extLst>
                  <a:ext uri="{FF2B5EF4-FFF2-40B4-BE49-F238E27FC236}">
                    <a16:creationId xmlns:a16="http://schemas.microsoft.com/office/drawing/2014/main" id="{10F45D54-2F88-C642-A626-8F10DA8E1B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0017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11" name="5">
                <a:extLst>
                  <a:ext uri="{FF2B5EF4-FFF2-40B4-BE49-F238E27FC236}">
                    <a16:creationId xmlns:a16="http://schemas.microsoft.com/office/drawing/2014/main" id="{71796E72-0C2D-C84E-8E05-7D2082F2DC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8014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12" name="4">
                <a:extLst>
                  <a:ext uri="{FF2B5EF4-FFF2-40B4-BE49-F238E27FC236}">
                    <a16:creationId xmlns:a16="http://schemas.microsoft.com/office/drawing/2014/main" id="{DAD135EA-FF2E-6E49-96E7-2675AD1096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011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13" name="3">
                <a:extLst>
                  <a:ext uri="{FF2B5EF4-FFF2-40B4-BE49-F238E27FC236}">
                    <a16:creationId xmlns:a16="http://schemas.microsoft.com/office/drawing/2014/main" id="{8E4FDE09-A9CC-A940-AB05-9EFF9F5006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008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14" name="2">
                <a:extLst>
                  <a:ext uri="{FF2B5EF4-FFF2-40B4-BE49-F238E27FC236}">
                    <a16:creationId xmlns:a16="http://schemas.microsoft.com/office/drawing/2014/main" id="{C47515C6-492B-BC42-9C5C-CFBAE6EBD1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5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215" name="1">
                <a:extLst>
                  <a:ext uri="{FF2B5EF4-FFF2-40B4-BE49-F238E27FC236}">
                    <a16:creationId xmlns:a16="http://schemas.microsoft.com/office/drawing/2014/main" id="{368E13E3-2A1C-8F44-8476-3723B13983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4</a:t>
                </a:r>
                <a:endParaRPr lang="ru-RU" dirty="0"/>
              </a:p>
            </p:txBody>
          </p:sp>
        </p:grpSp>
        <p:grpSp>
          <p:nvGrpSpPr>
            <p:cNvPr id="182" name="Row 3">
              <a:extLst>
                <a:ext uri="{FF2B5EF4-FFF2-40B4-BE49-F238E27FC236}">
                  <a16:creationId xmlns:a16="http://schemas.microsoft.com/office/drawing/2014/main" id="{5C624D5F-B802-3E4D-AB99-941E64FC4B50}"/>
                </a:ext>
              </a:extLst>
            </p:cNvPr>
            <p:cNvGrpSpPr/>
            <p:nvPr/>
          </p:nvGrpSpPr>
          <p:grpSpPr>
            <a:xfrm>
              <a:off x="27" y="1440053"/>
              <a:ext cx="11520435" cy="720000"/>
              <a:chOff x="29" y="18"/>
              <a:chExt cx="11520435" cy="720000"/>
            </a:xfrm>
          </p:grpSpPr>
          <p:sp>
            <p:nvSpPr>
              <p:cNvPr id="183" name="16">
                <a:extLst>
                  <a:ext uri="{FF2B5EF4-FFF2-40B4-BE49-F238E27FC236}">
                    <a16:creationId xmlns:a16="http://schemas.microsoft.com/office/drawing/2014/main" id="{E932BA97-5098-CE43-B7B8-9A3CB7543EB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046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84" name="15">
                <a:extLst>
                  <a:ext uri="{FF2B5EF4-FFF2-40B4-BE49-F238E27FC236}">
                    <a16:creationId xmlns:a16="http://schemas.microsoft.com/office/drawing/2014/main" id="{31FB1549-CE18-274B-A8C8-A2CD7D2D14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8043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85" name="14">
                <a:extLst>
                  <a:ext uri="{FF2B5EF4-FFF2-40B4-BE49-F238E27FC236}">
                    <a16:creationId xmlns:a16="http://schemas.microsoft.com/office/drawing/2014/main" id="{B5973703-9CE1-9C4D-A9E3-82320C6378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6040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86" name="13">
                <a:extLst>
                  <a:ext uri="{FF2B5EF4-FFF2-40B4-BE49-F238E27FC236}">
                    <a16:creationId xmlns:a16="http://schemas.microsoft.com/office/drawing/2014/main" id="{9EA80BCF-9A16-9947-B281-B4BF0EC5E4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037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87" name="12">
                <a:extLst>
                  <a:ext uri="{FF2B5EF4-FFF2-40B4-BE49-F238E27FC236}">
                    <a16:creationId xmlns:a16="http://schemas.microsoft.com/office/drawing/2014/main" id="{96A3EDCC-FFA2-0741-B79D-1F35EEE41E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2034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88" name="11">
                <a:extLst>
                  <a:ext uri="{FF2B5EF4-FFF2-40B4-BE49-F238E27FC236}">
                    <a16:creationId xmlns:a16="http://schemas.microsoft.com/office/drawing/2014/main" id="{430DE554-2ECF-CB46-AD0D-1E530A8F09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31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89" name="10">
                <a:extLst>
                  <a:ext uri="{FF2B5EF4-FFF2-40B4-BE49-F238E27FC236}">
                    <a16:creationId xmlns:a16="http://schemas.microsoft.com/office/drawing/2014/main" id="{879E081F-7220-784A-951B-6BF9F34CA8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0290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90" name="9">
                <a:extLst>
                  <a:ext uri="{FF2B5EF4-FFF2-40B4-BE49-F238E27FC236}">
                    <a16:creationId xmlns:a16="http://schemas.microsoft.com/office/drawing/2014/main" id="{0B06D351-5C02-2C43-93C7-2151C441B8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0261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91" name="8">
                <a:extLst>
                  <a:ext uri="{FF2B5EF4-FFF2-40B4-BE49-F238E27FC236}">
                    <a16:creationId xmlns:a16="http://schemas.microsoft.com/office/drawing/2014/main" id="{74EE6A37-687B-5A40-92E4-5E4F411905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40232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92" name="7">
                <a:extLst>
                  <a:ext uri="{FF2B5EF4-FFF2-40B4-BE49-F238E27FC236}">
                    <a16:creationId xmlns:a16="http://schemas.microsoft.com/office/drawing/2014/main" id="{DB55FB19-171C-3F40-A8D0-C2B8836A01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0203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93" name="6">
                <a:extLst>
                  <a:ext uri="{FF2B5EF4-FFF2-40B4-BE49-F238E27FC236}">
                    <a16:creationId xmlns:a16="http://schemas.microsoft.com/office/drawing/2014/main" id="{BAF46C9E-C4BB-AF4E-8079-A9CA6BAAF1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0017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94" name="5">
                <a:extLst>
                  <a:ext uri="{FF2B5EF4-FFF2-40B4-BE49-F238E27FC236}">
                    <a16:creationId xmlns:a16="http://schemas.microsoft.com/office/drawing/2014/main" id="{91C8E07A-4092-B744-A90D-5116F9E545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8014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95" name="4">
                <a:extLst>
                  <a:ext uri="{FF2B5EF4-FFF2-40B4-BE49-F238E27FC236}">
                    <a16:creationId xmlns:a16="http://schemas.microsoft.com/office/drawing/2014/main" id="{9D779616-50C7-1E4D-90E7-47FE85BE2C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011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96" name="3">
                <a:extLst>
                  <a:ext uri="{FF2B5EF4-FFF2-40B4-BE49-F238E27FC236}">
                    <a16:creationId xmlns:a16="http://schemas.microsoft.com/office/drawing/2014/main" id="{E790C60B-63C1-9148-A3CA-9B4FAF601D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008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97" name="2">
                <a:extLst>
                  <a:ext uri="{FF2B5EF4-FFF2-40B4-BE49-F238E27FC236}">
                    <a16:creationId xmlns:a16="http://schemas.microsoft.com/office/drawing/2014/main" id="{B08ABA2E-07B4-BD45-BD1A-F22F4795EE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5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98" name="1">
                <a:extLst>
                  <a:ext uri="{FF2B5EF4-FFF2-40B4-BE49-F238E27FC236}">
                    <a16:creationId xmlns:a16="http://schemas.microsoft.com/office/drawing/2014/main" id="{6F396071-5F89-0E46-ACB9-D25C226CBF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3</a:t>
                </a:r>
                <a:endParaRPr lang="ru-RU" dirty="0"/>
              </a:p>
            </p:txBody>
          </p:sp>
        </p:grpSp>
        <p:grpSp>
          <p:nvGrpSpPr>
            <p:cNvPr id="165" name="Row 2">
              <a:extLst>
                <a:ext uri="{FF2B5EF4-FFF2-40B4-BE49-F238E27FC236}">
                  <a16:creationId xmlns:a16="http://schemas.microsoft.com/office/drawing/2014/main" id="{1C4C2D2E-1B97-D54C-8398-4BA4E593A36B}"/>
                </a:ext>
              </a:extLst>
            </p:cNvPr>
            <p:cNvGrpSpPr/>
            <p:nvPr/>
          </p:nvGrpSpPr>
          <p:grpSpPr>
            <a:xfrm>
              <a:off x="27" y="720035"/>
              <a:ext cx="11520435" cy="720000"/>
              <a:chOff x="29" y="18"/>
              <a:chExt cx="11520435" cy="720000"/>
            </a:xfrm>
          </p:grpSpPr>
          <p:sp>
            <p:nvSpPr>
              <p:cNvPr id="166" name="16">
                <a:extLst>
                  <a:ext uri="{FF2B5EF4-FFF2-40B4-BE49-F238E27FC236}">
                    <a16:creationId xmlns:a16="http://schemas.microsoft.com/office/drawing/2014/main" id="{B3CD397F-953C-C240-9016-1EB16D33E3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046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67" name="15">
                <a:extLst>
                  <a:ext uri="{FF2B5EF4-FFF2-40B4-BE49-F238E27FC236}">
                    <a16:creationId xmlns:a16="http://schemas.microsoft.com/office/drawing/2014/main" id="{04F82CBB-EE0E-3741-9D79-5EBE2976B9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8043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68" name="14">
                <a:extLst>
                  <a:ext uri="{FF2B5EF4-FFF2-40B4-BE49-F238E27FC236}">
                    <a16:creationId xmlns:a16="http://schemas.microsoft.com/office/drawing/2014/main" id="{C29FC51C-2A44-9A4E-B76D-16972E9243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6040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69" name="13">
                <a:extLst>
                  <a:ext uri="{FF2B5EF4-FFF2-40B4-BE49-F238E27FC236}">
                    <a16:creationId xmlns:a16="http://schemas.microsoft.com/office/drawing/2014/main" id="{CA15A899-7F2B-614D-B25C-0E6AD87E94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037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70" name="12">
                <a:extLst>
                  <a:ext uri="{FF2B5EF4-FFF2-40B4-BE49-F238E27FC236}">
                    <a16:creationId xmlns:a16="http://schemas.microsoft.com/office/drawing/2014/main" id="{BFCE432D-C2F1-FE4C-B708-AE72D35C4B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2034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71" name="11">
                <a:extLst>
                  <a:ext uri="{FF2B5EF4-FFF2-40B4-BE49-F238E27FC236}">
                    <a16:creationId xmlns:a16="http://schemas.microsoft.com/office/drawing/2014/main" id="{E2ED44E1-06A1-6D49-98CC-39B76585C1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31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72" name="10">
                <a:extLst>
                  <a:ext uri="{FF2B5EF4-FFF2-40B4-BE49-F238E27FC236}">
                    <a16:creationId xmlns:a16="http://schemas.microsoft.com/office/drawing/2014/main" id="{B2519F7B-BDA7-F04F-9EB7-A2E9DB66F7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0290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73" name="9">
                <a:extLst>
                  <a:ext uri="{FF2B5EF4-FFF2-40B4-BE49-F238E27FC236}">
                    <a16:creationId xmlns:a16="http://schemas.microsoft.com/office/drawing/2014/main" id="{2D91B356-01F8-F048-814B-193BAC3E34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0261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74" name="8">
                <a:extLst>
                  <a:ext uri="{FF2B5EF4-FFF2-40B4-BE49-F238E27FC236}">
                    <a16:creationId xmlns:a16="http://schemas.microsoft.com/office/drawing/2014/main" id="{94249723-A4FB-9049-A246-F531738504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40232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75" name="7">
                <a:extLst>
                  <a:ext uri="{FF2B5EF4-FFF2-40B4-BE49-F238E27FC236}">
                    <a16:creationId xmlns:a16="http://schemas.microsoft.com/office/drawing/2014/main" id="{E73E3C5F-6B15-E24B-9513-CF41851D7B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0203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76" name="6">
                <a:extLst>
                  <a:ext uri="{FF2B5EF4-FFF2-40B4-BE49-F238E27FC236}">
                    <a16:creationId xmlns:a16="http://schemas.microsoft.com/office/drawing/2014/main" id="{B463A7F1-7020-FB49-86D8-ED268617BF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0017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77" name="5">
                <a:extLst>
                  <a:ext uri="{FF2B5EF4-FFF2-40B4-BE49-F238E27FC236}">
                    <a16:creationId xmlns:a16="http://schemas.microsoft.com/office/drawing/2014/main" id="{9738979C-DF7F-E342-8F63-F286286C64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8014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78" name="4">
                <a:extLst>
                  <a:ext uri="{FF2B5EF4-FFF2-40B4-BE49-F238E27FC236}">
                    <a16:creationId xmlns:a16="http://schemas.microsoft.com/office/drawing/2014/main" id="{2AAAF618-1607-4243-919B-1798903CF5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011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79" name="3">
                <a:extLst>
                  <a:ext uri="{FF2B5EF4-FFF2-40B4-BE49-F238E27FC236}">
                    <a16:creationId xmlns:a16="http://schemas.microsoft.com/office/drawing/2014/main" id="{FBBBE2C4-9E7C-5549-B5BC-70A26B356B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008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80" name="2">
                <a:extLst>
                  <a:ext uri="{FF2B5EF4-FFF2-40B4-BE49-F238E27FC236}">
                    <a16:creationId xmlns:a16="http://schemas.microsoft.com/office/drawing/2014/main" id="{D69CD960-26C7-D74E-8918-C8FECF9735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5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ru-RU" dirty="0"/>
              </a:p>
            </p:txBody>
          </p:sp>
          <p:sp>
            <p:nvSpPr>
              <p:cNvPr id="181" name="1">
                <a:extLst>
                  <a:ext uri="{FF2B5EF4-FFF2-40B4-BE49-F238E27FC236}">
                    <a16:creationId xmlns:a16="http://schemas.microsoft.com/office/drawing/2014/main" id="{DB6D2DD3-B713-6443-8F6D-1527CDE2FC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2</a:t>
                </a:r>
                <a:endParaRPr lang="ru-RU" dirty="0"/>
              </a:p>
            </p:txBody>
          </p:sp>
        </p:grpSp>
        <p:grpSp>
          <p:nvGrpSpPr>
            <p:cNvPr id="164" name="Row 1">
              <a:extLst>
                <a:ext uri="{FF2B5EF4-FFF2-40B4-BE49-F238E27FC236}">
                  <a16:creationId xmlns:a16="http://schemas.microsoft.com/office/drawing/2014/main" id="{2E32944F-A1F2-E940-8406-97B12986AE70}"/>
                </a:ext>
              </a:extLst>
            </p:cNvPr>
            <p:cNvGrpSpPr/>
            <p:nvPr/>
          </p:nvGrpSpPr>
          <p:grpSpPr>
            <a:xfrm>
              <a:off x="27" y="17"/>
              <a:ext cx="11520435" cy="720000"/>
              <a:chOff x="29" y="18"/>
              <a:chExt cx="11520435" cy="720000"/>
            </a:xfrm>
          </p:grpSpPr>
          <p:sp>
            <p:nvSpPr>
              <p:cNvPr id="26" name="16">
                <a:extLst>
                  <a:ext uri="{FF2B5EF4-FFF2-40B4-BE49-F238E27FC236}">
                    <a16:creationId xmlns:a16="http://schemas.microsoft.com/office/drawing/2014/main" id="{59FABED4-BBD8-C646-BFF0-397DE839E7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046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16</a:t>
                </a:r>
                <a:endParaRPr lang="ru-RU" dirty="0"/>
              </a:p>
            </p:txBody>
          </p:sp>
          <p:sp>
            <p:nvSpPr>
              <p:cNvPr id="25" name="15">
                <a:extLst>
                  <a:ext uri="{FF2B5EF4-FFF2-40B4-BE49-F238E27FC236}">
                    <a16:creationId xmlns:a16="http://schemas.microsoft.com/office/drawing/2014/main" id="{864F7694-600E-264A-B42C-77E9119717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8043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15</a:t>
                </a:r>
                <a:endParaRPr lang="ru-RU" dirty="0"/>
              </a:p>
            </p:txBody>
          </p:sp>
          <p:sp>
            <p:nvSpPr>
              <p:cNvPr id="24" name="14">
                <a:extLst>
                  <a:ext uri="{FF2B5EF4-FFF2-40B4-BE49-F238E27FC236}">
                    <a16:creationId xmlns:a16="http://schemas.microsoft.com/office/drawing/2014/main" id="{9FBB80F6-F68A-1247-8EEB-7CB45C73BF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6040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14</a:t>
                </a:r>
                <a:endParaRPr lang="ru-RU" dirty="0"/>
              </a:p>
            </p:txBody>
          </p:sp>
          <p:sp>
            <p:nvSpPr>
              <p:cNvPr id="23" name="13">
                <a:extLst>
                  <a:ext uri="{FF2B5EF4-FFF2-40B4-BE49-F238E27FC236}">
                    <a16:creationId xmlns:a16="http://schemas.microsoft.com/office/drawing/2014/main" id="{AA7555E1-3CF7-154C-B66A-775F9DCED5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037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13</a:t>
                </a:r>
                <a:endParaRPr lang="ru-RU" dirty="0"/>
              </a:p>
            </p:txBody>
          </p:sp>
          <p:sp>
            <p:nvSpPr>
              <p:cNvPr id="22" name="12">
                <a:extLst>
                  <a:ext uri="{FF2B5EF4-FFF2-40B4-BE49-F238E27FC236}">
                    <a16:creationId xmlns:a16="http://schemas.microsoft.com/office/drawing/2014/main" id="{9E88934C-74DF-314A-9C2C-F91B3B5BD2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2034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12</a:t>
                </a:r>
                <a:endParaRPr lang="ru-RU" dirty="0"/>
              </a:p>
            </p:txBody>
          </p:sp>
          <p:sp>
            <p:nvSpPr>
              <p:cNvPr id="21" name="11">
                <a:extLst>
                  <a:ext uri="{FF2B5EF4-FFF2-40B4-BE49-F238E27FC236}">
                    <a16:creationId xmlns:a16="http://schemas.microsoft.com/office/drawing/2014/main" id="{D8F28D8B-1F23-E84C-938A-A2CD36F4E8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31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11</a:t>
                </a:r>
                <a:endParaRPr lang="ru-RU" dirty="0"/>
              </a:p>
            </p:txBody>
          </p:sp>
          <p:sp>
            <p:nvSpPr>
              <p:cNvPr id="18" name="10">
                <a:extLst>
                  <a:ext uri="{FF2B5EF4-FFF2-40B4-BE49-F238E27FC236}">
                    <a16:creationId xmlns:a16="http://schemas.microsoft.com/office/drawing/2014/main" id="{B46E7A4F-CBD1-3647-B337-5919FE8BAF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0290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10</a:t>
                </a:r>
                <a:endParaRPr lang="ru-RU" dirty="0"/>
              </a:p>
            </p:txBody>
          </p:sp>
          <p:sp>
            <p:nvSpPr>
              <p:cNvPr id="19" name="9">
                <a:extLst>
                  <a:ext uri="{FF2B5EF4-FFF2-40B4-BE49-F238E27FC236}">
                    <a16:creationId xmlns:a16="http://schemas.microsoft.com/office/drawing/2014/main" id="{435EDC5C-0DE1-0A4C-967E-55C1567333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0261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9</a:t>
                </a:r>
                <a:endParaRPr lang="ru-RU" dirty="0"/>
              </a:p>
            </p:txBody>
          </p:sp>
          <p:sp>
            <p:nvSpPr>
              <p:cNvPr id="20" name="8">
                <a:extLst>
                  <a:ext uri="{FF2B5EF4-FFF2-40B4-BE49-F238E27FC236}">
                    <a16:creationId xmlns:a16="http://schemas.microsoft.com/office/drawing/2014/main" id="{01FB8261-7FEE-904D-8E2C-764572C849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40232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8</a:t>
                </a:r>
                <a:endParaRPr lang="ru-RU" dirty="0"/>
              </a:p>
            </p:txBody>
          </p:sp>
          <p:sp>
            <p:nvSpPr>
              <p:cNvPr id="16" name="7">
                <a:extLst>
                  <a:ext uri="{FF2B5EF4-FFF2-40B4-BE49-F238E27FC236}">
                    <a16:creationId xmlns:a16="http://schemas.microsoft.com/office/drawing/2014/main" id="{FA57842B-2AA3-ED42-81D2-DAB034B26D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0203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7</a:t>
                </a:r>
                <a:endParaRPr lang="ru-RU" dirty="0"/>
              </a:p>
            </p:txBody>
          </p:sp>
          <p:sp>
            <p:nvSpPr>
              <p:cNvPr id="17" name="6">
                <a:extLst>
                  <a:ext uri="{FF2B5EF4-FFF2-40B4-BE49-F238E27FC236}">
                    <a16:creationId xmlns:a16="http://schemas.microsoft.com/office/drawing/2014/main" id="{8F7AF567-1260-454D-9B51-402BC7FB9B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00174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6</a:t>
                </a:r>
                <a:endParaRPr lang="ru-RU" dirty="0"/>
              </a:p>
            </p:txBody>
          </p:sp>
          <p:sp>
            <p:nvSpPr>
              <p:cNvPr id="15" name="5">
                <a:extLst>
                  <a:ext uri="{FF2B5EF4-FFF2-40B4-BE49-F238E27FC236}">
                    <a16:creationId xmlns:a16="http://schemas.microsoft.com/office/drawing/2014/main" id="{CA4D3D45-962A-5243-8428-43A4CDB9AD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80145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5</a:t>
                </a:r>
                <a:endParaRPr lang="ru-RU" dirty="0"/>
              </a:p>
            </p:txBody>
          </p:sp>
          <p:sp>
            <p:nvSpPr>
              <p:cNvPr id="14" name="4">
                <a:extLst>
                  <a:ext uri="{FF2B5EF4-FFF2-40B4-BE49-F238E27FC236}">
                    <a16:creationId xmlns:a16="http://schemas.microsoft.com/office/drawing/2014/main" id="{7E4F887C-CD4A-884F-B994-A4B8454250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0116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4</a:t>
                </a:r>
                <a:endParaRPr lang="ru-RU" dirty="0"/>
              </a:p>
            </p:txBody>
          </p:sp>
          <p:sp>
            <p:nvSpPr>
              <p:cNvPr id="12" name="3">
                <a:extLst>
                  <a:ext uri="{FF2B5EF4-FFF2-40B4-BE49-F238E27FC236}">
                    <a16:creationId xmlns:a16="http://schemas.microsoft.com/office/drawing/2014/main" id="{B42C6EB3-CDAA-FE4B-8F8E-C24BA7CCDF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0087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3</a:t>
                </a:r>
                <a:endParaRPr lang="ru-RU" dirty="0"/>
              </a:p>
            </p:txBody>
          </p:sp>
          <p:sp>
            <p:nvSpPr>
              <p:cNvPr id="11" name="2">
                <a:extLst>
                  <a:ext uri="{FF2B5EF4-FFF2-40B4-BE49-F238E27FC236}">
                    <a16:creationId xmlns:a16="http://schemas.microsoft.com/office/drawing/2014/main" id="{1C2DBE9D-6F3B-1845-B8E9-D13DB12545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0058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2</a:t>
                </a:r>
                <a:endParaRPr lang="ru-RU" dirty="0"/>
              </a:p>
            </p:txBody>
          </p:sp>
          <p:sp>
            <p:nvSpPr>
              <p:cNvPr id="10" name="1">
                <a:extLst>
                  <a:ext uri="{FF2B5EF4-FFF2-40B4-BE49-F238E27FC236}">
                    <a16:creationId xmlns:a16="http://schemas.microsoft.com/office/drawing/2014/main" id="{C671C809-F9BD-7B44-9A08-839CB3B293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" y="18"/>
                <a:ext cx="720000" cy="720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1</a:t>
                </a:r>
                <a:endParaRPr lang="ru-RU" dirty="0"/>
              </a:p>
            </p:txBody>
          </p:sp>
        </p:grpSp>
      </p:grpSp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1" y="6480175"/>
            <a:ext cx="1439862" cy="3450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ACAD8-365B-044D-8FDE-BC3E2300574A}" type="datetimeFigureOut">
              <a:rPr lang="ru-RU" smtClean="0"/>
              <a:pPr/>
              <a:t>14.03.2019</a:t>
            </a:fld>
            <a:endParaRPr lang="ru-RU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1800225" y="6480175"/>
            <a:ext cx="8640764" cy="3450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801350" y="6480175"/>
            <a:ext cx="719138" cy="3450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C9A9E-EE82-6C43-A78A-5A8BEE5F3E1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9" name="WIP" hidden="1">
            <a:extLst>
              <a:ext uri="{FF2B5EF4-FFF2-40B4-BE49-F238E27FC236}">
                <a16:creationId xmlns:a16="http://schemas.microsoft.com/office/drawing/2014/main" id="{74C2125F-97CC-2C45-B3A8-349E375F3949}"/>
              </a:ext>
            </a:extLst>
          </p:cNvPr>
          <p:cNvSpPr/>
          <p:nvPr/>
        </p:nvSpPr>
        <p:spPr>
          <a:xfrm>
            <a:off x="10440987" y="0"/>
            <a:ext cx="719138" cy="7191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WIP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38568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ransition>
    <p:fade/>
  </p:transition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>
          <p15:clr>
            <a:srgbClr val="F26B43"/>
          </p15:clr>
        </p15:guide>
        <p15:guide id="4" orient="horz" pos="4082">
          <p15:clr>
            <a:srgbClr val="F26B43"/>
          </p15:clr>
        </p15:guide>
        <p15:guide id="5" pos="453">
          <p15:clr>
            <a:srgbClr val="A4A3A4"/>
          </p15:clr>
        </p15:guide>
        <p15:guide id="8" pos="2721">
          <p15:clr>
            <a:srgbClr val="A4A3A4"/>
          </p15:clr>
        </p15:guide>
        <p15:guide id="10" pos="3175">
          <p15:clr>
            <a:srgbClr val="A4A3A4"/>
          </p15:clr>
        </p15:guide>
        <p15:guide id="11" pos="227">
          <p15:clr>
            <a:srgbClr val="A4A3A4"/>
          </p15:clr>
        </p15:guide>
        <p15:guide id="12" pos="4082">
          <p15:clr>
            <a:srgbClr val="A4A3A4"/>
          </p15:clr>
        </p15:guide>
        <p15:guide id="13" pos="4989">
          <p15:clr>
            <a:srgbClr val="A4A3A4"/>
          </p15:clr>
        </p15:guide>
        <p15:guide id="18" pos="4536">
          <p15:clr>
            <a:srgbClr val="A4A3A4"/>
          </p15:clr>
        </p15:guide>
        <p15:guide id="20" pos="907">
          <p15:clr>
            <a:srgbClr val="A4A3A4"/>
          </p15:clr>
        </p15:guide>
        <p15:guide id="22" pos="1814">
          <p15:clr>
            <a:srgbClr val="A4A3A4"/>
          </p15:clr>
        </p15:guide>
        <p15:guide id="23" pos="1361">
          <p15:clr>
            <a:srgbClr val="A4A3A4"/>
          </p15:clr>
        </p15:guide>
        <p15:guide id="24" pos="2268">
          <p15:clr>
            <a:srgbClr val="A4A3A4"/>
          </p15:clr>
        </p15:guide>
        <p15:guide id="25" pos="5443">
          <p15:clr>
            <a:srgbClr val="A4A3A4"/>
          </p15:clr>
        </p15:guide>
        <p15:guide id="26" pos="5896">
          <p15:clr>
            <a:srgbClr val="A4A3A4"/>
          </p15:clr>
        </p15:guide>
        <p15:guide id="27" pos="6350">
          <p15:clr>
            <a:srgbClr val="A4A3A4"/>
          </p15:clr>
        </p15:guide>
        <p15:guide id="29" pos="6804">
          <p15:clr>
            <a:srgbClr val="A4A3A4"/>
          </p15:clr>
        </p15:guide>
        <p15:guide id="30" orient="horz" pos="453">
          <p15:clr>
            <a:srgbClr val="A4A3A4"/>
          </p15:clr>
        </p15:guide>
        <p15:guide id="31" orient="horz" pos="3629">
          <p15:clr>
            <a:srgbClr val="A4A3A4"/>
          </p15:clr>
        </p15:guide>
        <p15:guide id="32" orient="horz" pos="1814">
          <p15:clr>
            <a:srgbClr val="A4A3A4"/>
          </p15:clr>
        </p15:guide>
        <p15:guide id="33" orient="horz" pos="907">
          <p15:clr>
            <a:srgbClr val="A4A3A4"/>
          </p15:clr>
        </p15:guide>
        <p15:guide id="34" orient="horz" pos="2721">
          <p15:clr>
            <a:srgbClr val="A4A3A4"/>
          </p15:clr>
        </p15:guide>
        <p15:guide id="35" orient="horz" pos="3175">
          <p15:clr>
            <a:srgbClr val="A4A3A4"/>
          </p15:clr>
        </p15:guide>
        <p15:guide id="36" orient="horz" pos="2268">
          <p15:clr>
            <a:srgbClr val="A4A3A4"/>
          </p15:clr>
        </p15:guide>
        <p15:guide id="37" orient="horz" pos="1361">
          <p15:clr>
            <a:srgbClr val="A4A3A4"/>
          </p15:clr>
        </p15:guide>
        <p15:guide id="38" pos="3629">
          <p15:clr>
            <a:srgbClr val="F26B43"/>
          </p15:clr>
        </p15:guide>
        <p15:guide id="39" pos="680">
          <p15:clr>
            <a:srgbClr val="A4A3A4"/>
          </p15:clr>
        </p15:guide>
        <p15:guide id="40" pos="1134">
          <p15:clr>
            <a:srgbClr val="A4A3A4"/>
          </p15:clr>
        </p15:guide>
        <p15:guide id="41" pos="1587">
          <p15:clr>
            <a:srgbClr val="A4A3A4"/>
          </p15:clr>
        </p15:guide>
        <p15:guide id="42" pos="2041">
          <p15:clr>
            <a:srgbClr val="A4A3A4"/>
          </p15:clr>
        </p15:guide>
        <p15:guide id="43" pos="2495">
          <p15:clr>
            <a:srgbClr val="A4A3A4"/>
          </p15:clr>
        </p15:guide>
        <p15:guide id="44" pos="2948">
          <p15:clr>
            <a:srgbClr val="A4A3A4"/>
          </p15:clr>
        </p15:guide>
        <p15:guide id="45" pos="3402">
          <p15:clr>
            <a:srgbClr val="A4A3A4"/>
          </p15:clr>
        </p15:guide>
        <p15:guide id="46" pos="3855">
          <p15:clr>
            <a:srgbClr val="A4A3A4"/>
          </p15:clr>
        </p15:guide>
        <p15:guide id="47" pos="4309">
          <p15:clr>
            <a:srgbClr val="A4A3A4"/>
          </p15:clr>
        </p15:guide>
        <p15:guide id="48" pos="4762">
          <p15:clr>
            <a:srgbClr val="A4A3A4"/>
          </p15:clr>
        </p15:guide>
        <p15:guide id="49" pos="5216">
          <p15:clr>
            <a:srgbClr val="A4A3A4"/>
          </p15:clr>
        </p15:guide>
        <p15:guide id="50" pos="5670">
          <p15:clr>
            <a:srgbClr val="A4A3A4"/>
          </p15:clr>
        </p15:guide>
        <p15:guide id="51" pos="6123">
          <p15:clr>
            <a:srgbClr val="A4A3A4"/>
          </p15:clr>
        </p15:guide>
        <p15:guide id="52" pos="6577">
          <p15:clr>
            <a:srgbClr val="A4A3A4"/>
          </p15:clr>
        </p15:guide>
        <p15:guide id="53" pos="7030">
          <p15:clr>
            <a:srgbClr val="A4A3A4"/>
          </p15:clr>
        </p15:guide>
        <p15:guide id="54" orient="horz" pos="227">
          <p15:clr>
            <a:srgbClr val="A4A3A4"/>
          </p15:clr>
        </p15:guide>
        <p15:guide id="55" orient="horz" pos="680">
          <p15:clr>
            <a:srgbClr val="A4A3A4"/>
          </p15:clr>
        </p15:guide>
        <p15:guide id="56" orient="horz" pos="1134">
          <p15:clr>
            <a:srgbClr val="A4A3A4"/>
          </p15:clr>
        </p15:guide>
        <p15:guide id="57" orient="horz" pos="1587">
          <p15:clr>
            <a:srgbClr val="A4A3A4"/>
          </p15:clr>
        </p15:guide>
        <p15:guide id="58" orient="horz" pos="2041">
          <p15:clr>
            <a:srgbClr val="F26B43"/>
          </p15:clr>
        </p15:guide>
        <p15:guide id="59" orient="horz" pos="2495">
          <p15:clr>
            <a:srgbClr val="A4A3A4"/>
          </p15:clr>
        </p15:guide>
        <p15:guide id="60" orient="horz" pos="2948">
          <p15:clr>
            <a:srgbClr val="A4A3A4"/>
          </p15:clr>
        </p15:guide>
        <p15:guide id="61" orient="horz" pos="3402">
          <p15:clr>
            <a:srgbClr val="A4A3A4"/>
          </p15:clr>
        </p15:guide>
        <p15:guide id="62" orient="horz" pos="385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image" Target="../media/image3.pn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3" name="Ссылка на слайд 12">
                <a:extLst>
                  <a:ext uri="{FF2B5EF4-FFF2-40B4-BE49-F238E27FC236}">
                    <a16:creationId xmlns:a16="http://schemas.microsoft.com/office/drawing/2014/main" id="{124C938C-9658-4E95-B452-58715830DC8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0426624"/>
                  </p:ext>
                </p:extLst>
              </p:nvPr>
            </p:nvGraphicFramePr>
            <p:xfrm>
              <a:off x="-1435249" y="777659"/>
              <a:ext cx="7921689" cy="4455883"/>
            </p:xfrm>
            <a:graphic>
              <a:graphicData uri="http://schemas.microsoft.com/office/powerpoint/2016/slidezoom">
                <pslz:sldZm>
                  <pslz:sldZmObj sldId="257" cId="3464125107">
                    <pslz:zmPr id="{E42E7AFE-1E47-4B2D-86A1-A5A604DF85D7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921689" cy="4455883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3" name="Ссылка на слайд 1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124C938C-9658-4E95-B452-58715830DC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35249" y="777659"/>
                <a:ext cx="7921689" cy="4455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5" name="Ссылка на слайд 14">
                <a:extLst>
                  <a:ext uri="{FF2B5EF4-FFF2-40B4-BE49-F238E27FC236}">
                    <a16:creationId xmlns:a16="http://schemas.microsoft.com/office/drawing/2014/main" id="{1B413384-7801-4855-8DE0-506072885C9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98035527"/>
                  </p:ext>
                </p:extLst>
              </p:nvPr>
            </p:nvGraphicFramePr>
            <p:xfrm rot="21052800">
              <a:off x="6486440" y="2014152"/>
              <a:ext cx="4913924" cy="2764040"/>
            </p:xfrm>
            <a:graphic>
              <a:graphicData uri="http://schemas.microsoft.com/office/powerpoint/2016/slidezoom">
                <pslz:sldZm>
                  <pslz:sldZmObj sldId="258" cId="783824223">
                    <pslz:zmPr id="{ACC1A01F-CAC9-4A2C-8DA2-A8F19E48D75F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21052800">
                          <a:off x="0" y="0"/>
                          <a:ext cx="4913924" cy="276404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5" name="Ссылка на слайд 1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1B413384-7801-4855-8DE0-506072885C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21052800">
                <a:off x="6486440" y="2014152"/>
                <a:ext cx="4913924" cy="276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154322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2BE42261-9FFE-4A54-95AA-E929954FDD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837467"/>
              </p:ext>
            </p:extLst>
          </p:nvPr>
        </p:nvGraphicFramePr>
        <p:xfrm>
          <a:off x="1920081" y="679979"/>
          <a:ext cx="7680325" cy="5120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6412510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801FB5-7703-4074-9E66-5649EE9A5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448" y="727788"/>
            <a:ext cx="3209682" cy="453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2422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36000" tIns="36000" rIns="36000" bIns="36000"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sq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0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7BF3F855-88C0-CC4B-A858-932EE1D17D19}" vid="{12EF331B-4541-1643-9161-A5975D5FB9C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29</TotalTime>
  <Words>1</Words>
  <Application>Microsoft Office PowerPoint</Application>
  <PresentationFormat>Произвольный</PresentationFormat>
  <Paragraphs>1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5" baseType="lpstr">
      <vt:lpstr>Arial</vt:lpstr>
      <vt:lpstr>Default Theme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Bugaev, Vladimir</dc:creator>
  <cp:lastModifiedBy>Bugaev, Vladimir</cp:lastModifiedBy>
  <cp:revision>6</cp:revision>
  <dcterms:created xsi:type="dcterms:W3CDTF">2019-03-14T13:23:54Z</dcterms:created>
  <dcterms:modified xsi:type="dcterms:W3CDTF">2019-03-14T13:53:32Z</dcterms:modified>
</cp:coreProperties>
</file>